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17" r:id="rId2"/>
    <p:sldId id="507" r:id="rId3"/>
    <p:sldId id="508" r:id="rId4"/>
    <p:sldId id="509" r:id="rId5"/>
    <p:sldId id="510" r:id="rId6"/>
    <p:sldId id="511" r:id="rId7"/>
    <p:sldId id="512" r:id="rId8"/>
    <p:sldId id="513" r:id="rId9"/>
    <p:sldId id="514" r:id="rId10"/>
    <p:sldId id="515" r:id="rId11"/>
    <p:sldId id="516" r:id="rId12"/>
  </p:sldIdLst>
  <p:sldSz cx="9144000" cy="5143500" type="screen16x9"/>
  <p:notesSz cx="6797675" cy="9925050"/>
  <p:custDataLst>
    <p:tags r:id="rId14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799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 Level 1.5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117540" y="2192546"/>
            <a:ext cx="290893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sz="2800" b="1" dirty="0" err="1"/>
              <a:t>random模</a:t>
            </a:r>
            <a:r>
              <a:rPr lang="zh-CN" altLang="en-US" sz="2800" b="1" dirty="0"/>
              <a:t>块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1365" y="702945"/>
            <a:ext cx="78613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random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339090"/>
            <a:ext cx="56045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choice() 方法 — 从非空序列中返回一个随机元素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995" y="987425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例子：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88085" y="987425"/>
            <a:ext cx="2540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/>
              <a:t>import random</a:t>
            </a:r>
          </a:p>
          <a:p>
            <a:endParaRPr lang="zh-CN" altLang="en-US" sz="1600"/>
          </a:p>
          <a:p>
            <a:r>
              <a:rPr lang="zh-CN" altLang="en-US" sz="1600"/>
              <a:t>a = [1, 2, 3, 4]</a:t>
            </a:r>
          </a:p>
          <a:p>
            <a:r>
              <a:rPr lang="zh-CN" altLang="en-US" sz="1600"/>
              <a:t>b = random.choice(a)</a:t>
            </a:r>
          </a:p>
          <a:p>
            <a:r>
              <a:rPr lang="zh-CN" altLang="en-US" sz="1600"/>
              <a:t>print(b)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72970" y="843280"/>
            <a:ext cx="35947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choices() 方法 — 返回序列的随机元素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95830" y="1563370"/>
            <a:ext cx="2540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a = [1, 2, 3, 4]</a:t>
            </a:r>
          </a:p>
          <a:p>
            <a:r>
              <a:rPr lang="zh-CN" altLang="en-US"/>
              <a:t>b = random.choices(a, k=2)</a:t>
            </a:r>
          </a:p>
          <a:p>
            <a:r>
              <a:rPr lang="zh-CN" altLang="en-US"/>
              <a:t>print(b)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9975" y="411480"/>
            <a:ext cx="35363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randint() 方法 — 获取指定范围的随机整数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11730" y="1059180"/>
            <a:ext cx="28555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b = random.randint(0, 5)</a:t>
            </a:r>
          </a:p>
          <a:p>
            <a:r>
              <a:rPr lang="zh-CN" altLang="en-US"/>
              <a:t>print(b)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11730" y="2284095"/>
            <a:ext cx="2717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</a:t>
            </a:r>
            <a:r>
              <a:rPr lang="en-US" altLang="zh-CN"/>
              <a:t>randint,</a:t>
            </a:r>
            <a:r>
              <a:rPr lang="zh-CN" altLang="en-US"/>
              <a:t>前一位数和后一位数都是能够取得到的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1640" y="483235"/>
            <a:ext cx="41732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random() 方法 — 获取 0.0~1.0 范围内随机浮点数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64030" y="1131570"/>
            <a:ext cx="2540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b = random.random()</a:t>
            </a:r>
          </a:p>
          <a:p>
            <a:r>
              <a:rPr lang="zh-CN" altLang="en-US"/>
              <a:t>print(b)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68220" y="339090"/>
            <a:ext cx="39522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randrange() 方法 — 获取指定范围的随机整数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39975" y="1131570"/>
            <a:ext cx="2540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b = random.randrange(0, 5, 2)</a:t>
            </a:r>
          </a:p>
          <a:p>
            <a:r>
              <a:rPr lang="zh-CN" altLang="en-US"/>
              <a:t>print(b)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9975" y="339090"/>
            <a:ext cx="35401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sample() 方法 — 返回无重复随机数列表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11730" y="987425"/>
            <a:ext cx="2540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a = [1, 2, 3, 4, 5]</a:t>
            </a:r>
          </a:p>
          <a:p>
            <a:r>
              <a:rPr lang="zh-CN" altLang="en-US"/>
              <a:t>b = random.sample(a,2)</a:t>
            </a:r>
          </a:p>
          <a:p>
            <a:r>
              <a:rPr lang="zh-CN" altLang="en-US"/>
              <a:t>print(b)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9975" y="483235"/>
            <a:ext cx="44494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shuffle() 方法 — 将指定序列中的元素顺序随机排列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11730" y="1131570"/>
            <a:ext cx="2540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a = [1, 2, 3, 4, 5]</a:t>
            </a:r>
          </a:p>
          <a:p>
            <a:r>
              <a:rPr lang="zh-CN" altLang="en-US"/>
              <a:t>random.shuffle(a)</a:t>
            </a:r>
          </a:p>
          <a:p>
            <a:r>
              <a:rPr lang="zh-CN" altLang="en-US"/>
              <a:t>print(a)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9975" y="411480"/>
            <a:ext cx="42589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niform() 方法 — 获取指定范围之间的随机浮点数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11730" y="987425"/>
            <a:ext cx="2540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a = random.uniform(1, 5)</a:t>
            </a:r>
          </a:p>
          <a:p>
            <a:r>
              <a:rPr lang="zh-CN" altLang="en-US"/>
              <a:t>print(a)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39975" y="267335"/>
            <a:ext cx="41567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seed() 方法 — 初始化随机数生成器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84120" y="843280"/>
            <a:ext cx="2540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import random</a:t>
            </a:r>
          </a:p>
          <a:p>
            <a:endParaRPr lang="zh-CN" altLang="en-US"/>
          </a:p>
          <a:p>
            <a:r>
              <a:rPr lang="zh-CN" altLang="en-US"/>
              <a:t>random.seed(a='1')  # 默认种子</a:t>
            </a:r>
          </a:p>
          <a:p>
            <a:r>
              <a:rPr lang="zh-CN" altLang="en-US"/>
              <a:t>print(f"默认种子: {random.random()}")</a:t>
            </a:r>
          </a:p>
          <a:p>
            <a:r>
              <a:rPr lang="zh-CN" altLang="en-US"/>
              <a:t>random.seed(a='1')  # 默认种子</a:t>
            </a:r>
          </a:p>
          <a:p>
            <a:r>
              <a:rPr lang="zh-CN" altLang="en-US"/>
              <a:t>print(f"默认种子: {random.random()}")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全屏显示(16:9)</PresentationFormat>
  <Paragraphs>57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HandelGotDLig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386</cp:revision>
  <cp:lastPrinted>2000-12-31T21:09:00Z</cp:lastPrinted>
  <dcterms:created xsi:type="dcterms:W3CDTF">2015-11-10T12:01:00Z</dcterms:created>
  <dcterms:modified xsi:type="dcterms:W3CDTF">2023-11-05T03:26:55Z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152065F2B450487FA69F59C665C6072C</vt:lpwstr>
  </property>
  <property fmtid="{D5CDD505-2E9C-101B-9397-08002B2CF9AE}" pid="3" name="KSOProductBuildVer">
    <vt:lpwstr>2052-11.1.0.11365</vt:lpwstr>
  </property>
</Properties>
</file>