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85" r:id="rId2"/>
    <p:sldId id="317" r:id="rId3"/>
    <p:sldId id="497" r:id="rId4"/>
    <p:sldId id="548" r:id="rId5"/>
    <p:sldId id="525" r:id="rId6"/>
    <p:sldId id="562" r:id="rId7"/>
    <p:sldId id="550" r:id="rId8"/>
    <p:sldId id="563" r:id="rId9"/>
    <p:sldId id="564" r:id="rId10"/>
    <p:sldId id="578" r:id="rId11"/>
    <p:sldId id="571" r:id="rId12"/>
    <p:sldId id="556" r:id="rId13"/>
    <p:sldId id="559" r:id="rId14"/>
  </p:sldIdLst>
  <p:sldSz cx="9144000" cy="5143500" type="screen16x9"/>
  <p:notesSz cx="6797675" cy="9925050"/>
  <p:custDataLst>
    <p:tags r:id="rId16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5">
          <p15:clr>
            <a:srgbClr val="A4A3A4"/>
          </p15:clr>
        </p15:guide>
        <p15:guide id="2" pos="28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55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2509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充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260" y="101346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坐标系的组成</a:t>
            </a:r>
            <a:endParaRPr lang="en-US" altLang="zh-CN" sz="1800"/>
          </a:p>
        </p:txBody>
      </p:sp>
      <p:sp>
        <p:nvSpPr>
          <p:cNvPr id="11" name="文本框 10"/>
          <p:cNvSpPr txBox="1"/>
          <p:nvPr/>
        </p:nvSpPr>
        <p:spPr>
          <a:xfrm>
            <a:off x="683260" y="1557020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原点、坐标轴、单位长度、象限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83260" y="2100580"/>
            <a:ext cx="1388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goto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的作用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3260" y="264414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去某个点的坐标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659630" y="98298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抬笔落笔的代码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59630" y="1526540"/>
            <a:ext cx="15049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t.penup()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t.pendown()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6" grpId="0"/>
      <p:bldP spid="1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填充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填充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131570"/>
            <a:ext cx="3907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1.t.begin_fill():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开始填充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2.t.end_fill():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结束填充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填充和抬落笔对比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895" y="989330"/>
            <a:ext cx="5262880" cy="14744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填充和我们的抬笔和落笔一样，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都是属于有开始和结束。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如果只写一部分的内容，那么程序就会报错。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3895" y="2643505"/>
            <a:ext cx="32480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t.begin_fill    t.penup()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t.end_fill	   t.pendown()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海龟先生的能力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1933" r="13056"/>
          <a:stretch>
            <a:fillRect/>
          </a:stretch>
        </p:blipFill>
        <p:spPr>
          <a:xfrm>
            <a:off x="3803015" y="1491615"/>
            <a:ext cx="2119630" cy="1979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20" y="1524000"/>
            <a:ext cx="2377440" cy="2153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背景颜色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131570"/>
            <a:ext cx="4822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t.bgcolor(‘black’)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背景颜色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530" y="1491615"/>
            <a:ext cx="357124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9205" y="1059815"/>
            <a:ext cx="4378960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笔记内容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1.t.beigin_fill()	 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开始填充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2.t.end_fill()	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结束填充</a:t>
            </a:r>
          </a:p>
          <a:p>
            <a:pPr algn="l">
              <a:lnSpc>
                <a:spcPct val="170000"/>
              </a:lnSpc>
            </a:pP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3t.bgcolor(</a:t>
            </a:r>
            <a:r>
              <a:rPr lang="en-US" sz="2000">
                <a:ea typeface="微软雅黑" panose="020B0503020204020204" pitchFamily="34" charset="-122"/>
                <a:cs typeface="+mn-lt"/>
                <a:sym typeface="+mn-ea"/>
              </a:rPr>
              <a:t>‘black’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背景颜色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  <p:tag name="KSO_WPP_MARK_KEY" val="6d939d0e-065e-41c5-9efa-16283b2fbc88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全屏显示(16:9)</PresentationFormat>
  <Paragraphs>60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451</cp:revision>
  <cp:lastPrinted>2000-12-31T21:09:00Z</cp:lastPrinted>
  <dcterms:created xsi:type="dcterms:W3CDTF">2015-11-10T12:01:00Z</dcterms:created>
  <dcterms:modified xsi:type="dcterms:W3CDTF">2023-05-11T08:10:02Z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778B57622BF645FC8373DA277D4E611C</vt:lpwstr>
  </property>
  <property fmtid="{D5CDD505-2E9C-101B-9397-08002B2CF9AE}" pid="3" name="KSOProductBuildVer">
    <vt:lpwstr>2052-11.1.0.12763</vt:lpwstr>
  </property>
</Properties>
</file>