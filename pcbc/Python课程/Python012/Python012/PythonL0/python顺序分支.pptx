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ink/ink1.xml" ContentType="application/inkml+xml"/>
  <Override PartName="/ppt/ink/ink2.xml" ContentType="application/inkml+xml"/>
  <Override PartName="/ppt/tags/tag3.xml" ContentType="application/vnd.openxmlformats-officedocument.presentationml.tags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485" r:id="rId2"/>
    <p:sldId id="497" r:id="rId3"/>
    <p:sldId id="489" r:id="rId4"/>
    <p:sldId id="502" r:id="rId5"/>
    <p:sldId id="501" r:id="rId6"/>
    <p:sldId id="525" r:id="rId7"/>
    <p:sldId id="528" r:id="rId8"/>
    <p:sldId id="526" r:id="rId9"/>
  </p:sldIdLst>
  <p:sldSz cx="9144000" cy="5143500" type="screen16x9"/>
  <p:notesSz cx="6797675" cy="9925050"/>
  <p:custDataLst>
    <p:tags r:id="rId11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9" autoAdjust="0"/>
    <p:restoredTop sz="95212" autoAdjust="0"/>
  </p:normalViewPr>
  <p:slideViewPr>
    <p:cSldViewPr>
      <p:cViewPr varScale="1">
        <p:scale>
          <a:sx n="95" d="100"/>
          <a:sy n="95" d="100"/>
        </p:scale>
        <p:origin x="-612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12-11T10:55:39.0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6437 10604,'0'37,"0"-18,0 37,0 148,0-185,0-1,0 20,0-20,0 19,-19 1,19-1,-18-18,-1-1,-55 187,74-187,-19-18,19 19,0 0,0-1,0 1,0-1,0 1,0 0</inkml:trace>
  <inkml:trace contextRef="#ctx0" brushRef="#br0" timeOffset="1858.6861">6827 10641,'19'0,"0"0,-1 0,1 0,18 0,-37 19,19-19,-1 18,1 1,0 0,-1-19,1 18,-1 1,-18-1,19 1,-19 0,0-1,0 1,0-1,-19-18,19 19,-18 0,-1-1,19 1,-37-1,0 20,18-38,1 0,-1 18,0 1,1-19,-1 0,0 18,1-18,-1 0,19 19,19 0,-1-19,1 0,0 0,-1 0,1 0,0 0,-1 0,1 0,-1 0,20 0,-20 0,-18 18,19-18,-1 0,-18 19,19-19,-19 19,19-1,-1-18,-18 19,0-1,0 1,19-19,-19 19,0 18,0-19,0 1,0 0,0 36,0-36,-19 0,1 18,-20 0,1 0,0-18,18-1,-18 1,0 18,0-18,-19-1,37 1,1 0,-20-19,20 0,-1 18,1-18,-1 0,0 0,1 0,-1-18,19-1,0 0,0 1</inkml:trace>
  <inkml:trace contextRef="#ctx0" brushRef="#br0" timeOffset="3352.7263">7627 10920,'0'19,"0"18,0 0,0 0,0 1,0-1,0 0,0 19,0-37,0-1,19 1,0-1,-19 20,0-20,18 1,-18-1,0 1,19-19,-1 19,1 18,0 0,-1-18,1-1,-1 19,1-18,0 0,-19-1,0-36,37-20,-37 1,0 0,0 0,0 0,0-1,0 1,0 0,0 0,0 0,-19 37,1-19,18-18,-19 37,0-37,19 18,0 0,-18-18,-1 18,19 1,-18-1,18 1,0-1,-19 0,19 1,0-1,0 1,0-1,-19 19,19-19,-18 19</inkml:trace>
  <inkml:trace contextRef="#ctx0" brushRef="#br0" timeOffset="5500.7872">8279 10771,'18'0,"1"0,-1 0,1 0,-19 19,19-19,-1 0,-18 19,19-1,-1-18,1 37,0-18,-19 0,0-1,0 1,0-1,0 1,0 0,0-1,0 1,0-1,0 1,0 0,0 18,-19-18,19-1,0 1,0-1,-19 1,1 37,-1-19,1-18,18-1,-19 1,0 18,19-18,-18-1,-1 19,19-18,-37 0,37 18,0-19,0 1,19-19,-1 0,1 0,-1 0,1 0,0 0,-1 0,1 0,-1 0,1 0</inkml:trace>
  <inkml:trace contextRef="#ctx0" brushRef="#br0" timeOffset="15596.3909">16929 11516,'0'18,"0"1,0 18,0-18,-18 18,18-19,0 38,-19-19,19 1,0-1,-19 19,19-19,0 0,0 0,0-18,0 18,0-18,0-1</inkml:trace>
  <inkml:trace contextRef="#ctx0" brushRef="#br0" timeOffset="18320.8014">17134 11497,'18'0,"1"0,0 0,-1 19,-18-1,-18-18,18 19,-19-19,19 18,0 1,-19-19,19 19,19-19,0 0,-1 0,1 0,-1 0,1 0,0 0,-1 0,1 0,37 0,-56 18,0 1,0-1,18-18,-18 19,0 0,0-1,0 1,0-1,-18-18,-1 19,0-19,19 19,0-1,-18-18,-1 0,1 19,-1-1,0 1,19 0,-18-19,-1 0,1 0,-1 18,0 1,1-19,-1 0,1 18,18 1,18 0,-18-1,0 1,19 18</inkml:trace>
  <inkml:trace contextRef="#ctx0" brushRef="#br0" timeOffset="19790.1933">17673 11571,'0'19,"0"0,19-1,-19 1,0-1,0 1,0 0,0-1,0 1,0-1,19-18,-19 19,0 0,0-1,18-18,-18 19,19-19,-19 18,18-18,-18 19,0-38,0-18,19 19,-19-1,19 19,-19-19,18-18,-18 19,0-1,0 0,0 1,0-1,0 1,0-1,0 0,0 1,0-1,0 1,0-1,-18 19,18-19,-19 19,19-18</inkml:trace>
  <inkml:trace contextRef="#ctx0" brushRef="#br0" timeOffset="21587.4835">18138 11274,'19'0,"0"0,-1 18,19-18,-37 19,19-19,0 0,-19 19,18-1,-18 1,19-19,-19 18,0 1,18-19,-18 19,0-1,0 1,19-1,-19 1,0 0,0-1,0 1,-19-19,19 37,-18-37,-1 19,-37-1,38-18,-1 19,-18-19,18 0,19 18,19-18,0 0,-1-18,1 18,-1 0,1 0,0 0,-1 0,1 0,-1 0,1 0,0 0,-1 0,19 0,-18 0,0 0,18 0,-19 18,1-18,0 0,-19 19,18-19,-18 19,19-19,0 18,-19 1,0-1,18 1,-18 0,0 18,0-19,-18 1,-1 0,-18-1,-1 19,20-18,-19 18,18-37,0 19,1-1,-19 1,18-19,0 0,-18 19,0-1,18 1,1-19,-38 0,37 0,1 0,-1 0,1 0,-1 0,0 18,1-18,18 19,0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12-11T10:57:52.6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2995 12334,'19'0,"-1"0,1 0,37 0,-19 0,-18 0,-1 0,1 0,-1 0,1 0,0 0,-1 0,1 0,-1 0,1 0,0 0,-1 0,1 0,-1 0,1 19,-19-1,19-18,-19 19,0 0,0-1,0 1,0-1,0 1,-19 0,0-1,1 1,-1 18,-18-37,18 37,1-37,18 19,-19-19,-37 56,38-38,-1-18,1 19,18-1,-38-18,20 19,-1-19,1 19,-1-19,0 18,1-18,-19 19,18-1,0-18,19 19,38-19,17-19,38 19,-74 0,37-18,-38 18,20 0,36 0,-55 0,-1 0,1 0,18 0,-18 18,18-18,-37 19,37-19,-37 19,19-19,-1 18,1-18,-1 19,-18-1,38 1,-38 0,0-1,0 1,0-1,0 1,0 0,0-1,-19 1,19 18,-19-18,1-1,-19 19,18-18,-74 74,-112 0,168-56,0-37,0 0,37 38,-37-20,18-18,-18 19,18-19</inkml:trace>
  <inkml:trace contextRef="#ctx0" brushRef="#br0" timeOffset="1366.0634">5655 12613,'0'19,"0"-1,0 1,0 0,0 36,-18-36,18 18,0-18,-37 18,37 0,0-18,-38-1,20 20,-1-1,19-19,0 1,0 0,19-19,-1 0,1 0,18 0,0 0,1-19,-1 0,56 1,-37-1,0 19,-1-18,20 18,18-19,-19 19,19-19,-56 19,1 0,-1-18,-19 18</inkml:trace>
  <inkml:trace contextRef="#ctx0" brushRef="#br0" timeOffset="2050.9695">6065 12595,'0'37,"0"-19,0 20,0-1,0 37,0-18,0 18,0 57,0-20,0 131,0-167,0-38,-19 19,19-19,-18-19,18 1,18-19</inkml:trace>
  <inkml:trace contextRef="#ctx0" brushRef="#br0" timeOffset="3614.2313">8669 12706,'0'19,"0"18,0 0,0 19,0 0,19-38,-19 20,0-1,0-19,0 1,0 0,18-19,1 0,0 18,18-18,0 19,37-19,19 0,-55 0,-1 0,-18 0,-1 0,1 0,-1 18,-18 1,19 18,-19-18,0-1,0 1,0 0,0-1,0 1,0 18,-37 0,18 19,-18-19,-19 38,37-38,-18 0,-19 0,38-18,-1-19,1 19,-1-1,0-18,1 0,-1 0,-18 19,18-19,1 0,-1 0,1 0,-1 0</inkml:trace>
  <inkml:trace contextRef="#ctx0" brushRef="#br0" timeOffset="5182.6292">8781 12743,'18'0,"1"0,0 0,-1 0,19 0,-18 0,0 0,18 0,0 0,0 0,19 0,-37 0,-1 0,20 0,-20 0,1 0,-1 0</inkml:trace>
  <inkml:trace contextRef="#ctx0" brushRef="#br0" timeOffset="7050.1804">11534 12911,'0'18,"0"1,0 0,0-1,0 1,0 18,0 0,0-18,0 18,0 0,0 0,-18 1,18-20,0 20,0-20,0 19,0-18,0 0,0-1</inkml:trace>
  <inkml:trace contextRef="#ctx0" brushRef="#br0" timeOffset="9155.0273">11850 12948,'19'0,"0"0,-1 0,1 0,-1 19,-18-1,19-18,-19 19,19-19,-19 18,18 20,-18-20,19-18,-19 37,18 1,1-20,-19 1,0-1,0 1,0 0,0-1,0 1,-19 0,19-1,-18 19,18-18,-19 0,1-1,18 1,-19-19,19 18,-19 1,1-19,18 19,-19-19,19 18,-18-18,18 19,0-1,18-18,1-18,18-1,-18 19,-1-18,19-1,1 0,-20 19,1 0,-1 0,1 0,0 0,-1-18,1 18,18 0,19-19,-37 19,-1 0</inkml:trace>
  <inkml:trace contextRef="#ctx0" brushRef="#br0" timeOffset="12202.249">10920 13897,'-18'0,"18"-19,-19 1,0-1,1 0,18-18,-19 19,1-1,-1-18,0 18,1-18,18 18,-19 1,19-1,-18 1,18-20,-19 20,0-1,19-18,-18 18,18 1,0-1,-19 1,19-1,-18-18,18 0,-19-1,19-18,-19-37,19 38,0 36,-18-18,18 18,0-18,0 0,0 18,-19-18,19 0,0 0,0-1,0-55,0 75,0-1,0-18,19 18,-1 1,1-19,0 18,-1 0,1 1,-1-19,20 18,-20 0,19-18,1 19,17 18,150-75,-168 75,1 0,-1-18,0 18,0 0,75-38,-56 38,37-18,-19 18,0-19,-18 19,0 0,-19 0,0 0,56 0,-55 0,-20 0,19 19,1-19,-20 0,-18 18,19-18,18 19,-18-19,-1 19,1-1,0 1,18-1,-19 1,1 0,0-19,-1 37,19-19,-18 20,55 17,-36-36,-1 37,37 37,-37-56,19 37,-19-18,56 74,-93-92,38-1,-20 0,-18 0,19 0,-1 1,-18 17,19 1,0 37,-19-55,0 36,0 0,0 19,0 0,-19-18,0-1,19-37,0 38,-18-19,-1-1,1-17,18-1,-19 0,0 0,1-18,-1-19,1 0,-20 0,20 0,-19 0,18 0,-18 0,0 0,-19 0,0 0,0 0,19 0,-37 0,36 0,-17 0,17 0,1 0,0 0,0 0,-19 0,19 0,-1 0,-36 0,37 0,-19 0,19 0,0 0,-1 0,1 0,0 0,18-19,-18 19,19-18,-1 18,0-19,1 19,-19-19,18 1,0 18,1-19,-1 19,1 0,-1 0,19-18,-19 18,-18-19,0 19,18 0,-18 0,19 0,-1 0,0-19,1 19,18-18,-19 18,19-19,0 1,0-1,0 0,-19 19,19-18,-18-1,18 1,0-1,-19 19,19-19,-18 19,-1 0,19-18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12-11T11:38:57.7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3088 9023,'0'18,"0"1,0 0,19-19,-19 18,0 1,0-1,0 1,0 0,0-1,0 1,0-1,0 20,0-20,0 1,0-1,18 20,-18-20,0 19,0-18,0 18,0-18,0-1,0 1,0 0,0-1</inkml:trace>
  <inkml:trace contextRef="#ctx0" brushRef="#br0" timeOffset="1755.5332">3349 9023,'18'0,"19"0,-18 0,18 0,19 0,-19 0,-18 0,-1-19,20 19,-20 0,1 0,-1 0,1 0,0 0,-19 19,18-19,-18 18,19-18,-19 19,0 0,0-1,0 19,0 1,-19-1,1 0,-1-18,0-1,1-18,-1 19,1-19,-1 0,0 0,1 18,-1-18,1 0,-1 0,0 0,38 0,0 0,18 0,-19 0,1 19,0-19,-1 0,1 0,-1 0,-18 19,19-19,0 18,-1 1,1-19,0 18,-19 1,18-19,1 37,-1-18,-18-1,0 1,19 0,-19-1,0 1,0-1,0 1,0 0,0-1,0 1,0-1,-19-18,1 19,-1 0,-18-19,18 18,-18 1,0-19,18 0,1 18,-1 1,0-19,1 0,-1 0,1 0,-1 0,19-19,0 1</inkml:trace>
  <inkml:trace contextRef="#ctx0" brushRef="#br0" timeOffset="2925.6936">4223 9246,'0'19,"0"18,0-19,0 1,0 18,-19 19,19-37,-18-1,18 1,0-1,0 1,0 0,0-1,0 1,0-1,0 1,18 0,1-1,0 1,-1-19,1 18,-1-18,1 19,18-19,0 0,1 0,-20 0,19-19,1 1,-20-1,1 1,-19-1,37 0,-37 1,0-19,0 18,0-18,0 18,0 1,0-1,0 0,-19 19,1-37,-1 19,1-1,-1-18,0 18,1 1,-1 18,19-19,-18 0,18 1,-19 18,0 0,19-19,-18 19,-1 0,1 0,-1 0,0-18,1 18,-1 0,1 0,18-19</inkml:trace>
  <inkml:trace contextRef="#ctx0" brushRef="#br0" timeOffset="3988.2583">4967 8967,'0'18,"0"1,0 0,0-1,0 1,0 0,0 18,0 0,0-18,0 18,0-19,0 1,0 0,0-1,0 1,19-1,18-18,19 0,-19 0,19 0,-19 0,-18 0,36 0,-36 0,0 0,18 19,-19 0,1-19,-19 18,19 1,-19-1,0 1,0 18,0-18,0-1,0 1,0 37,-19 0,0-38,19 19,-37-18,19 0,-38 36,37-55,1 38,-20-38,1 18,19-18,-1 0,-18 19,0-19,18 18,-18-18,18 0,1 0,-1 0,0 0,1 0,-1 0,19-37</inkml:trace>
  <inkml:trace contextRef="#ctx0" brushRef="#br0" timeOffset="4923.966">5079 8892,'18'0,"1"0,0 0,-1 0,1 0,-1 0,1 0,0 0,-19 19,18-19,-18 19,19-19,-1 0,1 0</inkml:trace>
  <inkml:trace contextRef="#ctx0" brushRef="#br0" timeOffset="6659.8627">17543 13004,'19'0,"-1"0,-18 37,0 0,0 19,0 18,0 20,0-57,0 19,0-19,0 0,0 19,-18 55,-1-55,-18 112,18-113,19-17,0-20</inkml:trace>
  <inkml:trace contextRef="#ctx0" brushRef="#br0" timeOffset="8396.5406">17952 13227,'19'0,"0"0,-1 0,1 0,-1 0,20 0,-1 0,0 0,-18 0,18 19,-19-1,1-18,-19 19,19-19,-19 19,0-1,0 1,0-1,0 1,0 0,0-1,-19 1,0-19,19 18,-18 1,-1-19,19 19,-18-19,36 0,19 0,1 0,-20 0,1 18,-1-18,1 19,-19-1,19 1,-19 0,18-1,-18 1,0-1,0 1,0 0,0-1,0 1,0-1,0 1,0 0,-18-1,-1-18,-18 37,0-18,18-19,0 19,1-19,-1 18,1-18,-1 0,0 0</inkml:trace>
  <inkml:trace contextRef="#ctx0" brushRef="#br0" timeOffset="9709.5191">18715 13413,'0'19,"0"-1,0 1,0 0,-18-1,-1-18,19 19,-19-19,19 18,0 1,0 0,0-1,0 19,19-18,0 0,-19-1,18-18,-18 19,19-19,-1 0,1 0,0 0,-19-19,18 19,1-18,-1-1,1 0,0 1,-1 18,-18-19,19 1,-19-1,0 0,0 1,0-1,0 1,0-1,-19 0,1 19,18-18</inkml:trace>
  <inkml:trace contextRef="#ctx0" brushRef="#br0" timeOffset="11083.707">19403 13171,'0'37,"0"-18,0 18,0 1,0-20,-18 1,18-1,-19 20,19-1,-18-37,18 18,0 1,-19 0,0-1,19 1,0 18,-18 0,-1-18,19-1,0 1,-18 0,18-1,0 1,0-1,0 1,0 0,0-1,0 1,0-1,18 1,1 0,-19-1,18-18,-18 19,19-1,0-18,-1 0,1 0,-1-18,-18-1,19 19,-19-18,19-1,-19 0,0 1,-19 18,19-19,-19 19,1-18,-1-1,1 19,18-19,-19 19,0 0</inkml:trace>
  <inkml:trace contextRef="#ctx0" brushRef="#br0" timeOffset="388326.4581">8613 10325,'19'0,"0"0,-1 19,-18-1,19-18,-1 0,1 19,-19-1,37 1,-18 0,55 92,-74-74,19-18,-19 0,18 18,-18-19,0 1,0 0,0-1,0 1,-74 92,55-111,19 19,19-19,0 0,-1 0,1 0,-1 0,1 0,0 0,-1 0,1 0,-1 0,1 0,0 0,-1 0,-18-19,19 19,-19-18,19 18,-1 0,1-19,-1 19,1 0,0 0</inkml:trace>
  <inkml:trace contextRef="#ctx0" brushRef="#br0" timeOffset="389462.9768">9227 10623,'19'0,"-19"18,0 19,19-18,-19 0,0-1,18 19,-18-18,0 0,0-1,19 1,-19-1,18 1,1 0,0-38,-19 0,0 1,0-1,18 1,-18-1,0 0,0 1,0-1,0 1,0-1,0 0,0 1</inkml:trace>
  <inkml:trace contextRef="#ctx0" brushRef="#br0" timeOffset="390760.293">9785 10585,'-18'0,"18"19,-19 0,19-1,-37 1,37-1,0 1,-19 0,19-1,0 1,0-1,0 1,0 0,0-1,0 1,0-1,0 1,19-19,-19 19,19-19,-19 18,18-18,1 0,-19 19,18-38,-18 1,19-1,-19 0,0 1,19 18,-19-19,18 19,-18-18,0-1,0 0,0 1,0-1,0 1,0-1,-18 19</inkml:trace>
  <inkml:trace contextRef="#ctx0" brushRef="#br0" timeOffset="392783.1321">4465 6455,'0'-18,"18"18,1 0,18 0,-18 0,37 0,-38 0,38 0,0 0,37 0,-37 0,18 0,-37 0,19 0,19 0,-20 0,1 0,0 0,-19 0,0 0,1 0,-1 0,19 0,-38 0,19 0,19-19,-19 19,19 0,37 0,0-18,-18-1,-19 19,-1 0,-17-19,-20 19,1 0,18 0,-18 0,18 0,-19 0,1 0,0 0,-1 0,19 0,-18 0,0 0,18 0,-19 0,1 0,0 0,-1 0</inkml:trace>
  <inkml:trace contextRef="#ctx0" brushRef="#br0" timeOffset="394627.046">8762 11906,'19'19,"-19"-1,0 1,0 18,0-18,-19-1,19 20,0 17,0-17,-18-20,18 1,0 18,0-18,-19 18,19-18,0-1,0 1,0-1</inkml:trace>
  <inkml:trace contextRef="#ctx0" brushRef="#br0" timeOffset="396254.7449">9097 11981,'-18'0,"18"-19,0 38,0-1,0 1,18-1,-18 1,19-19,-19 19,18-19,1 0,0 18,-1-18,1 0,-1 0,1 0,0 0,-1 0,-18-18,19-1,-19 0,0 1,0 55,0-18,0 18,0 0,0 19,0-19,0-18,0-1,0 20,0 17,-19-36,19 18,-18-18,18 37,0-38,0 1,0-1,0 1,0 0,0-1</inkml:trace>
  <inkml:trace contextRef="#ctx0" brushRef="#br0" timeOffset="397636.9021">9618 12390,'0'-19,"-19"1,19-1,0-18,0 18,0 1,0-1,19 19,-19-18,19 18,-19-19,18 19,1 0,-1 0,1 0,18 0,-18 0,18 0,-18 0,-1 0,1 0,-1 19,1-19,-19 18,19-18,-19 19,0-1,0 1,0 0,0-1,0 1,-19-19,19 18,-19-18,1 0,18 19,-19-19,1 0,-1 0,0 0,19 19,-18-19,-1 0,19 18,-18-18,-1 0,0 0</inkml:trace>
  <inkml:trace contextRef="#ctx0" brushRef="#br0" timeOffset="399828.9375">10902 12632,'0'18,"0"1,0 0,0-1,0 1,0-1,-19 20,19-20,-19-18,19 19,0-1,0 1,0 0,0-1,0 1,0-1,0 1,0 0,0-1</inkml:trace>
  <inkml:trace contextRef="#ctx0" brushRef="#br0" timeOffset="401378.4003">11237 12818,'-19'0,"0"0,19-19,0 1,0-20,0 20,0-1,0 1,0-1,0 0,19 1,0 18,-1 0,1 0,-1 0,1 0,0 0,-19 18,18-18,-18 19,19-19,-1 19,-18-1,19-18,-19 19,0-1,0 1,0 0,0-1,0 1,0-1,0 1,-19-19,1 19,-1-19</inkml:trace>
  <inkml:trace contextRef="#ctx0" brushRef="#br0" timeOffset="404480.381">7925 11218,'19'-19,"-1"19,1 0,0 0,-1 0,1 0,18 0,0 0,0 0,38 0,-19 0,-1 0,1 0,37 0,93 0,-56-18,-37-19,19 18,-19 0,-37 19,18-18,-36 18,-1 0,19-19,-19 19,19-19,18 19,38-37,-38 37,38-37,-38 37,-18 0,0-19,-19 19,19-18,-38 18,1 0,18-19,-18 19,18 0,-18 0,-1 0,-18-18,19 18</inkml:trace>
  <inkml:trace contextRef="#ctx0" brushRef="#br0" timeOffset="406076.1122">8018 13208,'19'0,"-1"0,38 0,19 0,36 19,-36-19,-1 0,0 0,19 0,19 0,-19 0,37 0,-55 0,148 0,-149 0,57-19,-1 19,-19-18,-36 18,74-19,-56 1,0-1,74 0,-18 1,-19 18,75-19,-75 1,37-1,-111 19,75-19,-38 19,-19 0,-37-18,0 18,38 0,-38 0,37 0,38-19,-38 1,-36 18,17 0,1-19,-19 19,1 0,-20 0,19 0,1-19,-20 19,20 0,-20 0,1 0,-1 0,1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  <a:t>2021/12/11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93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2021/12/11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2021/12/11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2021/12/11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2021/12/11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2021/12/11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2021/12/11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  <a:t>2021/12/11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9.emf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emf"/><Relationship Id="rId5" Type="http://schemas.openxmlformats.org/officeDocument/2006/relationships/customXml" Target="../ink/ink3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语言程序设计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880364" y="2192546"/>
            <a:ext cx="33832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/>
              <a:t>【</a:t>
            </a:r>
            <a:r>
              <a:rPr lang="zh-CN" altLang="en-US" sz="2800" b="1" dirty="0"/>
              <a:t>顺序、分支结构</a:t>
            </a:r>
            <a:r>
              <a:rPr lang="en-US" altLang="zh-CN" sz="2800" b="1" dirty="0"/>
              <a:t>】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上节课回顾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395818" y="1204241"/>
            <a:ext cx="5931393" cy="9531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dirty="0" smtClean="0">
                <a:solidFill>
                  <a:schemeClr val="accent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</a:t>
            </a:r>
            <a:r>
              <a:rPr lang="zh-CN" altLang="en-US" dirty="0" smtClean="0">
                <a:solidFill>
                  <a:schemeClr val="accent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函数功能：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输出“表达式”的结果。</a:t>
            </a:r>
            <a:endParaRPr dirty="0" smtClean="0">
              <a:solidFill>
                <a:schemeClr val="accent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dirty="0" smtClean="0">
                <a:solidFill>
                  <a:schemeClr val="accent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</a:t>
            </a:r>
            <a:r>
              <a:rPr lang="en-US" dirty="0" smtClean="0">
                <a:solidFill>
                  <a:schemeClr val="accent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dirty="0" smtClean="0">
                <a:solidFill>
                  <a:schemeClr val="accent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：print</a:t>
            </a:r>
            <a:r>
              <a:rPr dirty="0">
                <a:solidFill>
                  <a:schemeClr val="accent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dirty="0" err="1">
                <a:solidFill>
                  <a:schemeClr val="accent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</a:t>
            </a:r>
            <a:r>
              <a:rPr dirty="0" smtClean="0">
                <a:solidFill>
                  <a:schemeClr val="accent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en-US" dirty="0" smtClean="0">
                <a:solidFill>
                  <a:schemeClr val="accent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en-US" altLang="zh-CN" b="1" dirty="0" smtClean="0">
                <a:ea typeface="微软雅黑" panose="020B0503020204020204" pitchFamily="34" charset="-122"/>
                <a:sym typeface="+mn-ea"/>
              </a:rPr>
              <a:t>print(‘Hello’)</a:t>
            </a:r>
            <a:endParaRPr lang="en-US" dirty="0" smtClean="0">
              <a:solidFill>
                <a:schemeClr val="accent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dirty="0" smtClean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</a:t>
            </a:r>
            <a:r>
              <a:rPr lang="en-US" altLang="zh-CN" dirty="0" smtClean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dirty="0" smtClean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dirty="0" smtClean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</a:t>
            </a:r>
            <a:r>
              <a:rPr lang="zh-CN" altLang="en-US" dirty="0" smtClean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 </a:t>
            </a:r>
            <a:r>
              <a:rPr lang="en-US" altLang="zh-CN" dirty="0" smtClean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dirty="0" smtClean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</a:t>
            </a:r>
            <a:r>
              <a:rPr lang="en-US" altLang="zh-CN" dirty="0" smtClean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)——</a:t>
            </a:r>
            <a:r>
              <a:rPr lang="en-US" altLang="zh-CN" b="1" dirty="0" smtClean="0">
                <a:ea typeface="微软雅黑" panose="020B0503020204020204" pitchFamily="34" charset="-122"/>
                <a:sym typeface="+mn-ea"/>
              </a:rPr>
              <a:t>print("3+2=",3+2)</a:t>
            </a:r>
            <a:endParaRPr lang="en-US" altLang="zh-CN" b="1" dirty="0">
              <a:solidFill>
                <a:schemeClr val="tx1"/>
              </a:solidFill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dirty="0" smtClean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数字表达式和字符串表达式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605" y="3220085"/>
            <a:ext cx="3680460" cy="10801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67995" y="2355850"/>
            <a:ext cx="4878070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nput函数功能:读取从键盘输入的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字符串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，若给定提示字符串(参数prormot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则直接输出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480" y="1059815"/>
            <a:ext cx="2952750" cy="10763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2145" y="2334895"/>
            <a:ext cx="3060700" cy="95567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187450" y="4427855"/>
            <a:ext cx="4878070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整型：</a:t>
            </a:r>
            <a:r>
              <a:rPr lang="en-US" altLang="zh-CN"/>
              <a:t>int            </a:t>
            </a:r>
            <a:r>
              <a:rPr lang="zh-CN" altLang="en-US"/>
              <a:t>浮点型：</a:t>
            </a:r>
            <a:r>
              <a:rPr lang="en-US" altLang="zh-CN"/>
              <a:t>float                  </a:t>
            </a:r>
            <a:r>
              <a:rPr lang="zh-CN" altLang="en-US"/>
              <a:t>字符串型：</a:t>
            </a:r>
            <a:r>
              <a:rPr lang="en-US" altLang="zh-CN"/>
              <a:t>str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赋值语句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1505" y="1059815"/>
            <a:ext cx="261556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/>
              <a:t>a=15</a:t>
            </a:r>
          </a:p>
          <a:p>
            <a:r>
              <a:rPr lang="en-US" altLang="zh-CN" sz="2000" dirty="0"/>
              <a:t>name=input(“</a:t>
            </a:r>
            <a:r>
              <a:rPr lang="zh-CN" altLang="en-US" sz="2000" dirty="0"/>
              <a:t>姓名：</a:t>
            </a:r>
            <a:r>
              <a:rPr lang="en-US" altLang="zh-CN" sz="2000" dirty="0"/>
              <a:t>”)</a:t>
            </a:r>
          </a:p>
          <a:p>
            <a:r>
              <a:rPr lang="en-US" altLang="zh-CN" sz="2000" dirty="0"/>
              <a:t>s=a*b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528695" y="1203325"/>
            <a:ext cx="500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>
                <a:sym typeface="+mn-ea"/>
              </a:rPr>
              <a:t>“</a:t>
            </a:r>
            <a:r>
              <a:rPr lang="en-US" altLang="zh-CN" sz="2000" b="1" dirty="0">
                <a:solidFill>
                  <a:srgbClr val="C00000"/>
                </a:solidFill>
                <a:sym typeface="+mn-ea"/>
              </a:rPr>
              <a:t>=</a:t>
            </a:r>
            <a:r>
              <a:rPr lang="en-US" altLang="zh-CN" sz="2000" dirty="0">
                <a:sym typeface="+mn-ea"/>
              </a:rPr>
              <a:t>”</a:t>
            </a:r>
            <a:r>
              <a:rPr lang="zh-CN" altLang="en-US" sz="2000" dirty="0"/>
              <a:t>为赋值号，</a:t>
            </a:r>
          </a:p>
          <a:p>
            <a:pPr algn="l"/>
            <a:r>
              <a:rPr lang="zh-CN" altLang="en-US" sz="2000" dirty="0"/>
              <a:t>将</a:t>
            </a:r>
            <a:r>
              <a:rPr lang="zh-CN" altLang="en-US" sz="2000" dirty="0">
                <a:solidFill>
                  <a:srgbClr val="C00000"/>
                </a:solidFill>
              </a:rPr>
              <a:t>右</a:t>
            </a:r>
            <a:r>
              <a:rPr lang="zh-CN" altLang="en-US" sz="2000" dirty="0"/>
              <a:t>边</a:t>
            </a:r>
            <a:r>
              <a:rPr lang="zh-CN" altLang="en-US" sz="2000" dirty="0">
                <a:solidFill>
                  <a:srgbClr val="C00000"/>
                </a:solidFill>
              </a:rPr>
              <a:t>表达式</a:t>
            </a:r>
            <a:r>
              <a:rPr lang="zh-CN" altLang="en-US" sz="2000" dirty="0"/>
              <a:t>的结</a:t>
            </a:r>
            <a:r>
              <a:rPr lang="zh-CN" altLang="en-US" sz="2000" dirty="0">
                <a:solidFill>
                  <a:srgbClr val="C00000"/>
                </a:solidFill>
              </a:rPr>
              <a:t>果</a:t>
            </a:r>
            <a:r>
              <a:rPr lang="zh-CN" altLang="en-US" sz="2000" dirty="0" smtClean="0"/>
              <a:t>，赋值给</a:t>
            </a:r>
            <a:r>
              <a:rPr lang="zh-CN" altLang="en-US" sz="2000" dirty="0" smtClean="0">
                <a:solidFill>
                  <a:srgbClr val="C00000"/>
                </a:solidFill>
              </a:rPr>
              <a:t>左</a:t>
            </a:r>
            <a:r>
              <a:rPr lang="zh-CN" altLang="en-US" sz="2000" dirty="0" smtClean="0"/>
              <a:t>边</a:t>
            </a:r>
            <a:r>
              <a:rPr lang="zh-CN" altLang="en-US" sz="2000" dirty="0"/>
              <a:t>的</a:t>
            </a:r>
            <a:r>
              <a:rPr lang="zh-CN" altLang="en-US" sz="2000" dirty="0" smtClean="0">
                <a:solidFill>
                  <a:srgbClr val="C00000"/>
                </a:solidFill>
              </a:rPr>
              <a:t>变量</a:t>
            </a:r>
            <a:r>
              <a:rPr lang="zh-CN" altLang="en-US" sz="2000" dirty="0" smtClean="0"/>
              <a:t>。</a:t>
            </a:r>
            <a:endParaRPr lang="zh-CN" altLang="en-US" sz="2000" dirty="0"/>
          </a:p>
        </p:txBody>
      </p:sp>
      <p:sp>
        <p:nvSpPr>
          <p:cNvPr id="9" name="文本框 8"/>
          <p:cNvSpPr txBox="1"/>
          <p:nvPr/>
        </p:nvSpPr>
        <p:spPr>
          <a:xfrm>
            <a:off x="323850" y="2355850"/>
            <a:ext cx="3913505" cy="2183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/>
              <a:t>变量命名规则：</a:t>
            </a:r>
            <a:endParaRPr lang="en-US" altLang="zh-CN" sz="1600" dirty="0"/>
          </a:p>
          <a:p>
            <a:pPr algn="l">
              <a:lnSpc>
                <a:spcPct val="150000"/>
              </a:lnSpc>
            </a:pPr>
            <a:r>
              <a:rPr lang="en-US" altLang="zh-CN" sz="1600" dirty="0"/>
              <a:t>1</a:t>
            </a:r>
            <a:r>
              <a:rPr lang="zh-CN" altLang="en-US" sz="1600" dirty="0"/>
              <a:t>、取一个描述性的名称，如</a:t>
            </a:r>
            <a:r>
              <a:rPr lang="en-US" altLang="zh-CN" sz="1600" dirty="0"/>
              <a:t>age</a:t>
            </a:r>
            <a:r>
              <a:rPr lang="zh-CN" altLang="en-US" sz="1600" dirty="0"/>
              <a:t>表示年龄；</a:t>
            </a:r>
          </a:p>
          <a:p>
            <a:pPr algn="l">
              <a:lnSpc>
                <a:spcPct val="150000"/>
              </a:lnSpc>
            </a:pPr>
            <a:r>
              <a:rPr lang="en-US" altLang="zh-CN" sz="1600" dirty="0"/>
              <a:t>2</a:t>
            </a:r>
            <a:r>
              <a:rPr lang="zh-CN" altLang="en-US" sz="1600" dirty="0"/>
              <a:t>、</a:t>
            </a:r>
            <a:r>
              <a:rPr lang="zh-CN" altLang="en-US" sz="1600" dirty="0">
                <a:solidFill>
                  <a:srgbClr val="C00000"/>
                </a:solidFill>
              </a:rPr>
              <a:t>只能</a:t>
            </a:r>
            <a:r>
              <a:rPr lang="zh-CN" altLang="en-US" sz="1600" dirty="0"/>
              <a:t>包含字母、数字和下划线，</a:t>
            </a:r>
            <a:r>
              <a:rPr lang="zh-CN" altLang="en-US" sz="1600" dirty="0">
                <a:solidFill>
                  <a:srgbClr val="C00000"/>
                </a:solidFill>
              </a:rPr>
              <a:t>字母区分大小写</a:t>
            </a:r>
            <a:r>
              <a:rPr lang="zh-CN" altLang="en-US" sz="1600" dirty="0"/>
              <a:t>；</a:t>
            </a:r>
          </a:p>
          <a:p>
            <a:pPr algn="l">
              <a:lnSpc>
                <a:spcPct val="150000"/>
              </a:lnSpc>
            </a:pPr>
            <a:r>
              <a:rPr lang="en-US" altLang="zh-CN" sz="1600" dirty="0"/>
              <a:t>3</a:t>
            </a:r>
            <a:r>
              <a:rPr lang="zh-CN" altLang="en-US" sz="1600" dirty="0"/>
              <a:t>、</a:t>
            </a:r>
            <a:r>
              <a:rPr lang="zh-CN" altLang="en-US" sz="1600" dirty="0">
                <a:solidFill>
                  <a:srgbClr val="C00000"/>
                </a:solidFill>
              </a:rPr>
              <a:t>不能</a:t>
            </a:r>
            <a:r>
              <a:rPr lang="zh-CN" altLang="en-US" sz="1600" dirty="0"/>
              <a:t>与数字开头，</a:t>
            </a:r>
            <a:r>
              <a:rPr lang="zh-CN" altLang="en-US" sz="1600" dirty="0">
                <a:solidFill>
                  <a:srgbClr val="C00000"/>
                </a:solidFill>
              </a:rPr>
              <a:t>不能</a:t>
            </a:r>
            <a:r>
              <a:rPr lang="zh-CN" altLang="en-US" sz="1600" dirty="0"/>
              <a:t>与关键字同名。</a:t>
            </a:r>
          </a:p>
          <a:p>
            <a:endParaRPr lang="zh-CN" altLang="en-US" sz="1600" dirty="0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956810" y="2686685"/>
            <a:ext cx="3628390" cy="18529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的顺序结构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1203960"/>
            <a:ext cx="1534795" cy="24999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76325" y="4084320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/>
              <a:t>自上而下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427855" y="1131570"/>
            <a:ext cx="3027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/>
              <a:t>问题：输入圆的半径，输出圆的周长</a:t>
            </a:r>
          </a:p>
          <a:p>
            <a:r>
              <a:rPr lang="en-US" altLang="zh-CN" dirty="0"/>
              <a:t>p=2πr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245" y="2139950"/>
            <a:ext cx="3568065" cy="1656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顺序结构练习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22" y="1203599"/>
            <a:ext cx="4176994" cy="2280012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547495" y="3651885"/>
            <a:ext cx="1200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练习</a:t>
            </a:r>
            <a:r>
              <a:rPr lang="en-US" altLang="zh-CN"/>
              <a:t>1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299835" y="3580130"/>
            <a:ext cx="1200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练习</a:t>
            </a:r>
            <a:r>
              <a:rPr lang="en-US" altLang="zh-CN" dirty="0" smtClean="0"/>
              <a:t>2</a:t>
            </a:r>
            <a:endParaRPr lang="en-US" altLang="zh-CN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388" y="1203598"/>
            <a:ext cx="4416398" cy="209967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/>
              <p14:cNvContentPartPr/>
              <p14:nvPr/>
            </p14:nvContentPartPr>
            <p14:xfrm>
              <a:off x="2263680" y="3817440"/>
              <a:ext cx="4440600" cy="563040"/>
            </p14:xfrm>
          </p:contentPart>
        </mc:Choice>
        <mc:Fallback>
          <p:pic>
            <p:nvPicPr>
              <p:cNvPr id="2" name="墨迹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54320" y="3808080"/>
                <a:ext cx="4459320" cy="58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墨迹 2"/>
              <p14:cNvContentPartPr/>
              <p14:nvPr/>
            </p14:nvContentPartPr>
            <p14:xfrm>
              <a:off x="1058040" y="4373280"/>
              <a:ext cx="3610440" cy="763920"/>
            </p14:xfrm>
          </p:contentPart>
        </mc:Choice>
        <mc:Fallback>
          <p:pic>
            <p:nvPicPr>
              <p:cNvPr id="3" name="墨迹 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48680" y="4363920"/>
                <a:ext cx="3629160" cy="782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的分支结构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8" name="图片 7" descr="C:/Users/ADMINI~1/AppData/Local/Temp/kaimatting/20200825085724/output_aiMatting_20200825085749.pngoutput_aiMatting_2020082508574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flipV="1">
            <a:off x="1547660" y="1347470"/>
            <a:ext cx="1098150" cy="855345"/>
          </a:xfrm>
          <a:prstGeom prst="rect">
            <a:avLst/>
          </a:prstGeom>
        </p:spPr>
      </p:pic>
      <p:grpSp>
        <p:nvGrpSpPr>
          <p:cNvPr id="49" name="组合 48"/>
          <p:cNvGrpSpPr/>
          <p:nvPr/>
        </p:nvGrpSpPr>
        <p:grpSpPr>
          <a:xfrm>
            <a:off x="107315" y="2461895"/>
            <a:ext cx="4021455" cy="2348865"/>
            <a:chOff x="1098" y="2991"/>
            <a:chExt cx="6604" cy="3968"/>
          </a:xfrm>
        </p:grpSpPr>
        <p:sp>
          <p:nvSpPr>
            <p:cNvPr id="37" name="圆角矩形 36"/>
            <p:cNvSpPr/>
            <p:nvPr/>
          </p:nvSpPr>
          <p:spPr>
            <a:xfrm>
              <a:off x="1098" y="2991"/>
              <a:ext cx="6604" cy="3969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sz="3200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if</a:t>
              </a:r>
              <a:r>
                <a:rPr lang="en-US" altLang="zh-CN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&lt;</a:t>
              </a:r>
              <a:r>
                <a:rPr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条件</a:t>
              </a:r>
              <a:r>
                <a:rPr lang="en-US" altLang="zh-CN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&gt;:</a:t>
              </a:r>
            </a:p>
            <a:p>
              <a:r>
                <a:rPr lang="en-US" altLang="zh-CN" sz="3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	&lt;</a:t>
              </a:r>
              <a:r>
                <a:rPr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语句块</a:t>
              </a:r>
              <a:r>
                <a:rPr lang="en-US" altLang="zh-CN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1&gt;</a:t>
              </a:r>
            </a:p>
            <a:p>
              <a:r>
                <a:rPr lang="en-US" altLang="zh-CN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[</a:t>
              </a:r>
              <a:r>
                <a:rPr lang="en-US" altLang="zh-CN" sz="3200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else</a:t>
              </a:r>
              <a:r>
                <a:rPr lang="en-US" altLang="zh-CN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</a:p>
            <a:p>
              <a:r>
                <a:rPr lang="en-US" altLang="zh-CN" sz="3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	     &lt;</a:t>
              </a:r>
              <a:r>
                <a:rPr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语句块</a:t>
              </a:r>
              <a:r>
                <a:rPr lang="en-US" altLang="zh-CN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2&gt;]</a:t>
              </a:r>
              <a:endPara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7" name="图片 46" descr="缩进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6" y="4343"/>
              <a:ext cx="1414" cy="386"/>
            </a:xfrm>
            <a:prstGeom prst="rect">
              <a:avLst/>
            </a:prstGeom>
          </p:spPr>
        </p:pic>
        <p:pic>
          <p:nvPicPr>
            <p:cNvPr id="48" name="图片 47" descr="缩进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6" y="6120"/>
              <a:ext cx="1414" cy="386"/>
            </a:xfrm>
            <a:prstGeom prst="rect">
              <a:avLst/>
            </a:prstGeom>
          </p:spPr>
        </p:pic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555" y="1707515"/>
            <a:ext cx="2780665" cy="18713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关系运算符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251460" y="1203960"/>
          <a:ext cx="8211185" cy="337439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22375"/>
                <a:gridCol w="1788795"/>
                <a:gridCol w="1616710"/>
                <a:gridCol w="1009015"/>
                <a:gridCol w="1431925"/>
                <a:gridCol w="1142365"/>
              </a:tblGrid>
              <a:tr h="607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/>
                        <a:t>数学符号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python</a:t>
                      </a:r>
                      <a:r>
                        <a:rPr lang="zh-CN" altLang="en-US" sz="1800"/>
                        <a:t>操作符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示例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运算结果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优先级</a:t>
                      </a:r>
                    </a:p>
                  </a:txBody>
                  <a:tcPr/>
                </a:tc>
              </a:tr>
              <a:tr h="3879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小于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1&lt;2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4</a:t>
                      </a:r>
                    </a:p>
                  </a:txBody>
                  <a:tcPr/>
                </a:tc>
              </a:tr>
              <a:tr h="3879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大于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1&gt;2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4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rgbClr val="FF0000"/>
                          </a:solidFill>
                        </a:rPr>
                        <a:t>等于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1==2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</a:tr>
              <a:tr h="607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olidFill>
                            <a:srgbClr val="FF0000"/>
                          </a:solidFill>
                        </a:rPr>
                        <a:t>小于或等于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1&lt;=2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</a:tr>
              <a:tr h="6076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olidFill>
                            <a:srgbClr val="FF0000"/>
                          </a:solidFill>
                        </a:rPr>
                        <a:t>大于或等于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1&gt;=2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</a:tr>
              <a:tr h="3879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rgbClr val="FF0000"/>
                          </a:solidFill>
                        </a:rPr>
                        <a:t>不等于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 sz="1800">
                          <a:solidFill>
                            <a:srgbClr val="FF0000"/>
                          </a:solidFill>
                        </a:rPr>
                        <a:t>！</a:t>
                      </a: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2839720" y="5310505"/>
            <a:ext cx="393636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32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python</a:t>
            </a:r>
            <a:r>
              <a:rPr lang="zh-CN" altLang="en-US" sz="32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关系运算符及优先级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分支结构练习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47495" y="3651885"/>
            <a:ext cx="1200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练习</a:t>
            </a:r>
            <a:r>
              <a:rPr lang="en-US" altLang="zh-CN"/>
              <a:t>1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328124" y="4371950"/>
            <a:ext cx="1200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练习</a:t>
            </a:r>
            <a:r>
              <a:rPr lang="en-US" altLang="zh-CN" dirty="0" smtClean="0"/>
              <a:t>2</a:t>
            </a:r>
            <a:endParaRPr lang="en-US" altLang="zh-C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102" y="984363"/>
            <a:ext cx="3524250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391" y="2787774"/>
            <a:ext cx="3524250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93" y="1426887"/>
            <a:ext cx="4705350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墨迹 8"/>
              <p14:cNvContentPartPr/>
              <p14:nvPr/>
            </p14:nvContentPartPr>
            <p14:xfrm>
              <a:off x="1111680" y="2290320"/>
              <a:ext cx="5887440" cy="2739600"/>
            </p14:xfrm>
          </p:contentPart>
        </mc:Choice>
        <mc:Fallback>
          <p:pic>
            <p:nvPicPr>
              <p:cNvPr id="9" name="墨迹 8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2320" y="2280960"/>
                <a:ext cx="5906160" cy="275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6ce7ccbcda6cf12636bdb4ab607c4c83d47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568,&quot;width&quot;:894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abe5f22-210c-4e34-9a2c-367cfb3d350b}"/>
  <p:tag name="TABLE_ENDDRAG_ORIGIN_RECT" val="646*265"/>
  <p:tag name="TABLE_ENDDRAG_RECT" val="19*94*646*265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255</Words>
  <Application>Microsoft Office PowerPoint</Application>
  <PresentationFormat>全屏显示(16:9)</PresentationFormat>
  <Paragraphs>79</Paragraphs>
  <Slides>8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ASUS</cp:lastModifiedBy>
  <cp:revision>382</cp:revision>
  <cp:lastPrinted>2000-12-31T21:09:00Z</cp:lastPrinted>
  <dcterms:created xsi:type="dcterms:W3CDTF">2015-11-10T12:01:00Z</dcterms:created>
  <dcterms:modified xsi:type="dcterms:W3CDTF">2021-12-11T12:07:23Z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D1FFBC4E8C39442C8FA186A137B635C5</vt:lpwstr>
  </property>
  <property fmtid="{D5CDD505-2E9C-101B-9397-08002B2CF9AE}" pid="3" name="KSOProductBuildVer">
    <vt:lpwstr>2052-11.1.0.11115</vt:lpwstr>
  </property>
</Properties>
</file>