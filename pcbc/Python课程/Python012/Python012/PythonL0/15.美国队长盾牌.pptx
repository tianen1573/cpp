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572" r:id="rId3"/>
    <p:sldId id="571" r:id="rId4"/>
    <p:sldId id="25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8FE0414-81C7-42D9-A59B-E419D40D8ABE}">
          <p14:sldIdLst>
            <p14:sldId id="257"/>
            <p14:sldId id="572"/>
            <p14:sldId id="571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00657-2DED-4E6F-B45E-CA2D69F91475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FFA34-688A-44C6-AFE2-B501A21C9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9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CA633-ACA9-8DBC-2F7A-A717107EA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A4E9D0-B708-A3C9-68C9-E7183750A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DDFF4F-54BD-04B3-EC85-87C3C19F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53E78-9CB8-4B0D-FA57-52106B9E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A0B7F-1594-CD3A-5445-BCF403EC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5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6D64C-DE55-9A38-2F14-E8DE7F1D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9DD23-4720-5733-F750-9AB3109A6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33B0A-26F5-2B13-2835-CFAFD398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103C5-6F1D-65F2-539D-1E55B930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33E9E-E1C4-8922-2721-6A23BF93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27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5744B-198C-690E-DA40-AE8484F8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463668-EB3D-5179-2863-FCE523084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279124-55AE-294E-329B-E4BBAA2D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C5460-84AE-F7BC-CAD4-31C3053C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FED545-70DD-A971-FF36-17FF46C4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6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C17EC-EAD1-DF18-145A-90381ABF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1D697D-D6BD-E1BF-C676-3F463396F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CA66B4-D476-4C2C-A0BD-6342DF08F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040DAD-433D-CB5B-B5DC-2103E4FA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0AE435-0CE7-8407-8111-C1D3CB57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E5475-F0AD-69B9-9613-6D9391AB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19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95504-5685-107D-2CBB-8ABC3B17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F440F2-84F9-8145-2E5F-BEAB5BF82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550CC-4204-D954-5A57-A8BEC40D8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FD6A50-1FC6-4A45-7B75-BBA8D42A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F5AF6A-FB25-DF60-4B47-252211506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438F3F-9955-2210-17E3-03C6CCAA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EE1E93-9BDD-1C2B-2270-7182965F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97A424-F8DD-8C9F-4B1C-4E889E26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00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2F300-6C4F-60EC-F11E-652074F4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802B82-C78C-59BF-F1B1-BC2A750A2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207144-71A9-EFAC-E2FA-C280948E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FBC5A1-3F45-CE8B-FD7F-90CC47D1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53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2C2B4D-5609-B1E1-99D5-C1AA1768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A15308-D7E7-2AEF-B60D-5C2E3440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FC938F-CEE9-DC4C-95F3-DE5A1911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63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CB22B-6813-AE5D-6180-DB957E21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734CD-82DC-43D0-CB1C-F0B88F64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A8E1A7-5D4E-18D4-96F8-AC1320AD8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EAAB29-5981-52EE-44D6-4BF99750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0C2A6E-0148-0043-30E2-7E75092A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F59D3-2455-9AF0-DC57-1BC9D2A8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1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929CB-65C7-5539-D724-4ED5AE18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31DD15-58D7-BFEB-F8D7-99EAF93B2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D4F0EB-F0EA-1ED7-3833-87DDF1245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7E644F-C8A9-4279-CE94-17DB7ED6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387FD6-75D0-1793-A93B-C5F121CA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F6491-D3B3-78D0-B00C-E63B9D67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2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950AE-B66D-BF57-5985-EEBBB89C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D7D2F2-A9F9-2DAC-79E9-DA02C0039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1A6D0-D014-EB6E-A70D-8F37DC20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9BD46-6E79-C82E-242D-71213052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E21DC-B1AB-C0D9-C567-A31579AE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95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A4370A-BA00-E587-E418-563D9E54E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55EE80-5106-3180-CBBE-9B0F428C6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A4129-A362-6ABC-354D-AF60FA78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1AEF9-F63A-D542-B138-2907199F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B816EE-79B0-3989-C285-C7F7A956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30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844739-8C9F-AA02-478A-C510E242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237EB-F923-4E4E-6400-C783F2D2A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6E547-A006-DDCE-CB73-7B6F35C24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A25B7-1AF6-4059-BFD0-DBE713DC07A8}" type="datetimeFigureOut">
              <a:rPr lang="zh-CN" altLang="en-US" smtClean="0"/>
              <a:t>2023/8/19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854B2-9661-8773-7B8D-B18DA7342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B7B30-1E0D-7925-0434-14FEBF6AE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42DC1-43A7-4814-A625-60ED3D843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2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8B80514-677D-94F0-82B0-63F440C1FA30}"/>
              </a:ext>
            </a:extLst>
          </p:cNvPr>
          <p:cNvSpPr/>
          <p:nvPr/>
        </p:nvSpPr>
        <p:spPr>
          <a:xfrm>
            <a:off x="0" y="0"/>
            <a:ext cx="12192000" cy="78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56E482-F3E4-DC6C-4959-B3EA5CD43396}"/>
              </a:ext>
            </a:extLst>
          </p:cNvPr>
          <p:cNvSpPr txBox="1"/>
          <p:nvPr/>
        </p:nvSpPr>
        <p:spPr>
          <a:xfrm>
            <a:off x="122548" y="12254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课前回顾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02D66-B42F-B2E3-3910-20251C74B971}"/>
              </a:ext>
            </a:extLst>
          </p:cNvPr>
          <p:cNvSpPr txBox="1"/>
          <p:nvPr/>
        </p:nvSpPr>
        <p:spPr>
          <a:xfrm>
            <a:off x="207390" y="1036948"/>
            <a:ext cx="4737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海龟库如何设置颜色？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5E536-C9A0-237E-5804-0BD45613ECE7}"/>
              </a:ext>
            </a:extLst>
          </p:cNvPr>
          <p:cNvSpPr txBox="1"/>
          <p:nvPr/>
        </p:nvSpPr>
        <p:spPr>
          <a:xfrm>
            <a:off x="207390" y="2931736"/>
            <a:ext cx="8430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海龟库开始填充和结束填充的单词是什么？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459C85-228D-65AA-7975-07E7D504AF56}"/>
              </a:ext>
            </a:extLst>
          </p:cNvPr>
          <p:cNvSpPr txBox="1"/>
          <p:nvPr/>
        </p:nvSpPr>
        <p:spPr>
          <a:xfrm>
            <a:off x="207390" y="4826524"/>
            <a:ext cx="6378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3.</a:t>
            </a:r>
            <a:r>
              <a:rPr lang="zh-CN" altLang="en-US" sz="3200" dirty="0"/>
              <a:t>海龟库背景颜色的单词是什么？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033874-23FC-FD8E-14C3-C128987A056E}"/>
              </a:ext>
            </a:extLst>
          </p:cNvPr>
          <p:cNvSpPr txBox="1"/>
          <p:nvPr/>
        </p:nvSpPr>
        <p:spPr>
          <a:xfrm>
            <a:off x="207390" y="2017337"/>
            <a:ext cx="25026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t.color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zh-CN" altLang="en-US" sz="3200" dirty="0">
                <a:solidFill>
                  <a:srgbClr val="FF0000"/>
                </a:solidFill>
              </a:rPr>
              <a:t>“</a:t>
            </a:r>
            <a:r>
              <a:rPr lang="en-US" altLang="zh-CN" sz="3200" dirty="0">
                <a:solidFill>
                  <a:srgbClr val="FF0000"/>
                </a:solidFill>
              </a:rPr>
              <a:t>red</a:t>
            </a:r>
            <a:r>
              <a:rPr lang="zh-CN" altLang="en-US" sz="3200" dirty="0">
                <a:solidFill>
                  <a:srgbClr val="FF0000"/>
                </a:solidFill>
              </a:rPr>
              <a:t>”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A3752C-E0F7-90B0-A4C6-6E477A1C82C9}"/>
              </a:ext>
            </a:extLst>
          </p:cNvPr>
          <p:cNvSpPr txBox="1"/>
          <p:nvPr/>
        </p:nvSpPr>
        <p:spPr>
          <a:xfrm>
            <a:off x="207390" y="3771034"/>
            <a:ext cx="2209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t.begin_fill</a:t>
            </a:r>
            <a:r>
              <a:rPr lang="en-US" altLang="zh-CN" sz="3200" dirty="0">
                <a:solidFill>
                  <a:srgbClr val="FF0000"/>
                </a:solidFill>
              </a:rPr>
              <a:t>()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6867B7-1DFB-538F-9DE9-B13B3D7BAD72}"/>
              </a:ext>
            </a:extLst>
          </p:cNvPr>
          <p:cNvSpPr txBox="1"/>
          <p:nvPr/>
        </p:nvSpPr>
        <p:spPr>
          <a:xfrm>
            <a:off x="2960017" y="3771033"/>
            <a:ext cx="1882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t.end_fill</a:t>
            </a:r>
            <a:r>
              <a:rPr lang="en-US" altLang="zh-CN" sz="3200" dirty="0">
                <a:solidFill>
                  <a:srgbClr val="FF0000"/>
                </a:solidFill>
              </a:rPr>
              <a:t>()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8F925B-6BAC-5760-133A-F6904D7A4584}"/>
              </a:ext>
            </a:extLst>
          </p:cNvPr>
          <p:cNvSpPr txBox="1"/>
          <p:nvPr/>
        </p:nvSpPr>
        <p:spPr>
          <a:xfrm>
            <a:off x="207390" y="5528664"/>
            <a:ext cx="3206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t.bgcolor</a:t>
            </a:r>
            <a:r>
              <a:rPr lang="en-US" altLang="zh-CN" sz="3200" dirty="0">
                <a:solidFill>
                  <a:srgbClr val="FF0000"/>
                </a:solidFill>
              </a:rPr>
              <a:t>(“black”)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75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DABBAC-269A-52BE-3B3F-23903993D2DD}"/>
              </a:ext>
            </a:extLst>
          </p:cNvPr>
          <p:cNvSpPr/>
          <p:nvPr/>
        </p:nvSpPr>
        <p:spPr>
          <a:xfrm>
            <a:off x="0" y="0"/>
            <a:ext cx="12192000" cy="78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5B8821-AE20-D4D1-2B4B-821212A240E5}"/>
              </a:ext>
            </a:extLst>
          </p:cNvPr>
          <p:cNvSpPr txBox="1"/>
          <p:nvPr/>
        </p:nvSpPr>
        <p:spPr>
          <a:xfrm>
            <a:off x="122548" y="12254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认识海龟库新单词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73927D-EECF-A203-3425-643B081F2650}"/>
              </a:ext>
            </a:extLst>
          </p:cNvPr>
          <p:cNvSpPr txBox="1"/>
          <p:nvPr/>
        </p:nvSpPr>
        <p:spPr>
          <a:xfrm>
            <a:off x="207390" y="1036948"/>
            <a:ext cx="4309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改变海龟绘制的速度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2F30E0-5D65-DA07-FF8F-2B27BD4E0A5F}"/>
              </a:ext>
            </a:extLst>
          </p:cNvPr>
          <p:cNvSpPr txBox="1"/>
          <p:nvPr/>
        </p:nvSpPr>
        <p:spPr>
          <a:xfrm>
            <a:off x="1003398" y="1583858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t.speed</a:t>
            </a:r>
            <a:r>
              <a:rPr lang="en-US" altLang="zh-CN" sz="3200" dirty="0">
                <a:solidFill>
                  <a:srgbClr val="FF0000"/>
                </a:solidFill>
              </a:rPr>
              <a:t>(0~10)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79C4D4-7461-0B88-34A2-A4F40241B1C7}"/>
              </a:ext>
            </a:extLst>
          </p:cNvPr>
          <p:cNvSpPr txBox="1"/>
          <p:nvPr/>
        </p:nvSpPr>
        <p:spPr>
          <a:xfrm>
            <a:off x="3643930" y="1583857"/>
            <a:ext cx="59522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1&lt;2&lt;3&lt;4&lt;5&lt;6&lt;7&lt;8&lt;9&lt;10&lt;0</a:t>
            </a:r>
          </a:p>
          <a:p>
            <a:r>
              <a:rPr lang="zh-CN" altLang="en-US" sz="3200" dirty="0"/>
              <a:t>注：</a:t>
            </a:r>
            <a:r>
              <a:rPr lang="en-US" altLang="zh-CN" sz="3200" dirty="0"/>
              <a:t>1</a:t>
            </a:r>
            <a:r>
              <a:rPr lang="zh-CN" altLang="en-US" sz="3200" dirty="0"/>
              <a:t>的速度最慢，</a:t>
            </a:r>
            <a:r>
              <a:rPr lang="en-US" altLang="zh-CN" sz="3200" dirty="0"/>
              <a:t>0</a:t>
            </a:r>
            <a:r>
              <a:rPr lang="zh-CN" altLang="en-US" sz="3200" dirty="0"/>
              <a:t>的速度最快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B5A524-95B6-C063-E120-57B92C7A9F78}"/>
              </a:ext>
            </a:extLst>
          </p:cNvPr>
          <p:cNvSpPr txBox="1"/>
          <p:nvPr/>
        </p:nvSpPr>
        <p:spPr>
          <a:xfrm>
            <a:off x="207390" y="2915596"/>
            <a:ext cx="3363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只改变填充颜色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CF3666-BF57-E9F6-CE97-F846A8B1A4F3}"/>
              </a:ext>
            </a:extLst>
          </p:cNvPr>
          <p:cNvSpPr txBox="1"/>
          <p:nvPr/>
        </p:nvSpPr>
        <p:spPr>
          <a:xfrm>
            <a:off x="1003398" y="3467778"/>
            <a:ext cx="28055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t.fillcolor</a:t>
            </a:r>
            <a:r>
              <a:rPr lang="en-US" altLang="zh-CN" sz="3200" dirty="0">
                <a:solidFill>
                  <a:srgbClr val="FF0000"/>
                </a:solidFill>
              </a:rPr>
              <a:t>(“red”)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ED5020-AD40-F812-26DF-1EA05B394233}"/>
              </a:ext>
            </a:extLst>
          </p:cNvPr>
          <p:cNvSpPr txBox="1"/>
          <p:nvPr/>
        </p:nvSpPr>
        <p:spPr>
          <a:xfrm>
            <a:off x="207390" y="4501856"/>
            <a:ext cx="3363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只改变画笔颜色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C7176F-E86C-46CD-733B-015750315849}"/>
              </a:ext>
            </a:extLst>
          </p:cNvPr>
          <p:cNvSpPr txBox="1"/>
          <p:nvPr/>
        </p:nvSpPr>
        <p:spPr>
          <a:xfrm>
            <a:off x="1003398" y="5274142"/>
            <a:ext cx="3084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t.pencolor</a:t>
            </a:r>
            <a:r>
              <a:rPr lang="en-US" altLang="zh-CN" sz="3200" dirty="0">
                <a:solidFill>
                  <a:srgbClr val="FF0000"/>
                </a:solidFill>
              </a:rPr>
              <a:t>(“red”)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3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0A5726E-48F5-4989-E715-3F379AF95A5C}"/>
              </a:ext>
            </a:extLst>
          </p:cNvPr>
          <p:cNvSpPr txBox="1"/>
          <p:nvPr/>
        </p:nvSpPr>
        <p:spPr>
          <a:xfrm>
            <a:off x="896334" y="1217770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导入海龟库并改名为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画线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设置颜色为红色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y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的坐标位置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抬笔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落笔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画笔粗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开始填充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结束填充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背景颜色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画笔颜色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填充颜色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画笔速度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394026-689A-BEDA-5910-0276A80B7A97}"/>
              </a:ext>
            </a:extLst>
          </p:cNvPr>
          <p:cNvSpPr txBox="1"/>
          <p:nvPr/>
        </p:nvSpPr>
        <p:spPr>
          <a:xfrm>
            <a:off x="3919981" y="121777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import turtle as 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7C7761-037D-2BE6-1958-6755CBFE1275}"/>
              </a:ext>
            </a:extLst>
          </p:cNvPr>
          <p:cNvSpPr txBox="1"/>
          <p:nvPr/>
        </p:nvSpPr>
        <p:spPr>
          <a:xfrm>
            <a:off x="3919981" y="14558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t.circle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(100)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31558-5751-9B51-12C1-E5145BFB34A1}"/>
              </a:ext>
            </a:extLst>
          </p:cNvPr>
          <p:cNvSpPr txBox="1"/>
          <p:nvPr/>
        </p:nvSpPr>
        <p:spPr>
          <a:xfrm>
            <a:off x="3919981" y="173829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t.forward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(100)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58306C-4165-3B0C-4F5A-A507E4B19EB5}"/>
              </a:ext>
            </a:extLst>
          </p:cNvPr>
          <p:cNvSpPr txBox="1"/>
          <p:nvPr/>
        </p:nvSpPr>
        <p:spPr>
          <a:xfrm>
            <a:off x="3919981" y="20039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t.right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(90)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D088FE-C27E-0B72-15A7-23D3DFAF1C38}"/>
              </a:ext>
            </a:extLst>
          </p:cNvPr>
          <p:cNvSpPr txBox="1"/>
          <p:nvPr/>
        </p:nvSpPr>
        <p:spPr>
          <a:xfrm>
            <a:off x="3919981" y="227724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t.left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(90)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B04D8-EA6A-DEE4-1FC0-4429F13DE1D3}"/>
              </a:ext>
            </a:extLst>
          </p:cNvPr>
          <p:cNvSpPr txBox="1"/>
          <p:nvPr/>
        </p:nvSpPr>
        <p:spPr>
          <a:xfrm>
            <a:off x="3919981" y="2555841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t.color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red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’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274EDF-085C-DC37-6A96-5139E128908B}"/>
              </a:ext>
            </a:extLst>
          </p:cNvPr>
          <p:cNvSpPr txBox="1"/>
          <p:nvPr/>
        </p:nvSpPr>
        <p:spPr>
          <a:xfrm>
            <a:off x="3919981" y="2838546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t.goto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(100,50)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81FAB0-2D45-6028-061B-D351FE4A3026}"/>
              </a:ext>
            </a:extLst>
          </p:cNvPr>
          <p:cNvSpPr txBox="1"/>
          <p:nvPr/>
        </p:nvSpPr>
        <p:spPr>
          <a:xfrm>
            <a:off x="3919981" y="3091384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t.penup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E43350-14F5-8F3D-3EFC-E521F3671211}"/>
              </a:ext>
            </a:extLst>
          </p:cNvPr>
          <p:cNvSpPr txBox="1"/>
          <p:nvPr/>
        </p:nvSpPr>
        <p:spPr>
          <a:xfrm>
            <a:off x="3919981" y="3371985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t.pendown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2A4E86-3E10-44E2-2D1B-454F7C7026C3}"/>
              </a:ext>
            </a:extLst>
          </p:cNvPr>
          <p:cNvSpPr txBox="1"/>
          <p:nvPr/>
        </p:nvSpPr>
        <p:spPr>
          <a:xfrm>
            <a:off x="3919981" y="3675328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t.pensize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(5)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3F2A4C-6936-CE82-77D1-C60E4689984D}"/>
              </a:ext>
            </a:extLst>
          </p:cNvPr>
          <p:cNvSpPr txBox="1"/>
          <p:nvPr/>
        </p:nvSpPr>
        <p:spPr>
          <a:xfrm>
            <a:off x="3919981" y="4772764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t.pencolor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(“red”)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C6086A-30BA-AF37-54A3-580352F0A6DB}"/>
              </a:ext>
            </a:extLst>
          </p:cNvPr>
          <p:cNvSpPr txBox="1"/>
          <p:nvPr/>
        </p:nvSpPr>
        <p:spPr>
          <a:xfrm>
            <a:off x="3919981" y="507610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t.fillcolor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(“red”)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D36F04-D333-8887-B61A-CEFD6EDD6609}"/>
              </a:ext>
            </a:extLst>
          </p:cNvPr>
          <p:cNvSpPr txBox="1"/>
          <p:nvPr/>
        </p:nvSpPr>
        <p:spPr>
          <a:xfrm>
            <a:off x="3919981" y="534791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t.speed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(10)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00E92F-D34B-DC9E-C053-4691F2584D40}"/>
              </a:ext>
            </a:extLst>
          </p:cNvPr>
          <p:cNvSpPr txBox="1"/>
          <p:nvPr/>
        </p:nvSpPr>
        <p:spPr>
          <a:xfrm>
            <a:off x="3919981" y="3955929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t.begin_fill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8E7B78-3AF0-4162-96BE-037E5C4F0BE5}"/>
              </a:ext>
            </a:extLst>
          </p:cNvPr>
          <p:cNvSpPr txBox="1"/>
          <p:nvPr/>
        </p:nvSpPr>
        <p:spPr>
          <a:xfrm>
            <a:off x="3919981" y="4250481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t.end_fill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692FFB-A2DC-19F8-5896-319470145CD0}"/>
              </a:ext>
            </a:extLst>
          </p:cNvPr>
          <p:cNvSpPr txBox="1"/>
          <p:nvPr/>
        </p:nvSpPr>
        <p:spPr>
          <a:xfrm>
            <a:off x="3919981" y="4504721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t.bgcolor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“black”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4968A9-0175-8FFD-1A4F-772CB1956B02}"/>
              </a:ext>
            </a:extLst>
          </p:cNvPr>
          <p:cNvSpPr/>
          <p:nvPr/>
        </p:nvSpPr>
        <p:spPr>
          <a:xfrm>
            <a:off x="0" y="0"/>
            <a:ext cx="12192000" cy="78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FB3A4A-5B99-372B-14E6-0B12F74E53B2}"/>
              </a:ext>
            </a:extLst>
          </p:cNvPr>
          <p:cNvSpPr txBox="1"/>
          <p:nvPr/>
        </p:nvSpPr>
        <p:spPr>
          <a:xfrm>
            <a:off x="122548" y="122549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海龟库单词</a:t>
            </a:r>
          </a:p>
        </p:txBody>
      </p:sp>
    </p:spTree>
    <p:extLst>
      <p:ext uri="{BB962C8B-B14F-4D97-AF65-F5344CB8AC3E}">
        <p14:creationId xmlns:p14="http://schemas.microsoft.com/office/powerpoint/2010/main" val="426281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2" grpId="0"/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E4641B-5686-20A8-C4D4-BDEDEE86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61" y="1630851"/>
            <a:ext cx="6223739" cy="522714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4F4083-7405-620B-4EC7-29A16ED7A971}"/>
              </a:ext>
            </a:extLst>
          </p:cNvPr>
          <p:cNvSpPr txBox="1"/>
          <p:nvPr/>
        </p:nvSpPr>
        <p:spPr>
          <a:xfrm>
            <a:off x="6376824" y="1887579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目标图案：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D7B0CA-3537-4FBF-D2C3-5E25FDA85D9F}"/>
              </a:ext>
            </a:extLst>
          </p:cNvPr>
          <p:cNvSpPr/>
          <p:nvPr/>
        </p:nvSpPr>
        <p:spPr>
          <a:xfrm>
            <a:off x="0" y="0"/>
            <a:ext cx="12192000" cy="78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85DD8C-98CF-CBB1-6BB3-EBF7758562AC}"/>
              </a:ext>
            </a:extLst>
          </p:cNvPr>
          <p:cNvSpPr txBox="1"/>
          <p:nvPr/>
        </p:nvSpPr>
        <p:spPr>
          <a:xfrm>
            <a:off x="122548" y="12254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美国队长盾牌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105DE7-EA77-325B-42A6-03B4881DE1AD}"/>
              </a:ext>
            </a:extLst>
          </p:cNvPr>
          <p:cNvSpPr txBox="1"/>
          <p:nvPr/>
        </p:nvSpPr>
        <p:spPr>
          <a:xfrm>
            <a:off x="122548" y="1039153"/>
            <a:ext cx="12107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该图案由</a:t>
            </a:r>
            <a:r>
              <a:rPr lang="en-US" altLang="zh-CN" sz="3200" b="1" dirty="0"/>
              <a:t>4</a:t>
            </a:r>
            <a:r>
              <a:rPr lang="zh-CN" altLang="en-US" sz="3200" b="1" dirty="0"/>
              <a:t>个圆形和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个五角星组成，根据如下提示完成</a:t>
            </a:r>
            <a:r>
              <a:rPr lang="zh-CN" altLang="en-US" sz="3200" b="1" dirty="0">
                <a:solidFill>
                  <a:srgbClr val="FF0000"/>
                </a:solidFill>
              </a:rPr>
              <a:t>目标图案</a:t>
            </a:r>
            <a:r>
              <a:rPr lang="zh-CN" altLang="en-US" sz="3200" b="1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CDF4C6-AE51-B223-09F9-D43A9AC40F02}"/>
              </a:ext>
            </a:extLst>
          </p:cNvPr>
          <p:cNvSpPr txBox="1"/>
          <p:nvPr/>
        </p:nvSpPr>
        <p:spPr>
          <a:xfrm>
            <a:off x="200303" y="1795246"/>
            <a:ext cx="7104830" cy="4281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/>
              <a:t>1.</a:t>
            </a:r>
            <a:r>
              <a:rPr lang="zh-CN" altLang="en-US" sz="2800" dirty="0"/>
              <a:t>使图案在画布的正中央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en-US" altLang="zh-CN" sz="2800" dirty="0"/>
              <a:t>2.</a:t>
            </a:r>
            <a:r>
              <a:rPr lang="zh-CN" altLang="en-US" sz="2800" dirty="0"/>
              <a:t>最大的圆的半径为</a:t>
            </a:r>
            <a:r>
              <a:rPr lang="en-US" altLang="zh-CN" sz="2800" dirty="0"/>
              <a:t>200</a:t>
            </a:r>
            <a:r>
              <a:rPr lang="zh-CN" altLang="en-US" sz="2800" dirty="0"/>
              <a:t>，有黑色边框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en-US" altLang="zh-CN" sz="2800" dirty="0"/>
              <a:t>3.</a:t>
            </a:r>
            <a:r>
              <a:rPr lang="zh-CN" altLang="en-US" sz="2800" dirty="0"/>
              <a:t>每一层圆的半径都比上一层圆的半径小</a:t>
            </a:r>
            <a:r>
              <a:rPr lang="en-US" altLang="zh-CN" sz="2800" dirty="0"/>
              <a:t>35</a:t>
            </a:r>
          </a:p>
          <a:p>
            <a:pPr>
              <a:lnSpc>
                <a:spcPct val="200000"/>
              </a:lnSpc>
            </a:pPr>
            <a:r>
              <a:rPr lang="en-US" altLang="zh-CN" sz="2800" dirty="0"/>
              <a:t>4.</a:t>
            </a:r>
            <a:r>
              <a:rPr lang="zh-CN" altLang="en-US" sz="2800" dirty="0"/>
              <a:t>五角星可以移到顶部用旋转</a:t>
            </a:r>
            <a:r>
              <a:rPr lang="en-US" altLang="zh-CN" sz="2800" dirty="0"/>
              <a:t>5</a:t>
            </a:r>
            <a:r>
              <a:rPr lang="zh-CN" altLang="en-US" sz="2800" dirty="0"/>
              <a:t>次的方法来画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en-US" altLang="zh-CN" sz="2800" dirty="0"/>
              <a:t>5.</a:t>
            </a:r>
            <a:r>
              <a:rPr lang="zh-CN" altLang="en-US" sz="2800" dirty="0"/>
              <a:t>五角星一条线长度为</a:t>
            </a:r>
            <a:r>
              <a:rPr lang="en-US" altLang="zh-CN" sz="2800" dirty="0"/>
              <a:t>180</a:t>
            </a:r>
          </a:p>
        </p:txBody>
      </p:sp>
    </p:spTree>
    <p:extLst>
      <p:ext uri="{BB962C8B-B14F-4D97-AF65-F5344CB8AC3E}">
        <p14:creationId xmlns:p14="http://schemas.microsoft.com/office/powerpoint/2010/main" val="6021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347</Words>
  <Application>Microsoft Office PowerPoint</Application>
  <PresentationFormat>宽屏</PresentationFormat>
  <Paragraphs>58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hp</dc:creator>
  <cp:lastModifiedBy>hp</cp:lastModifiedBy>
  <cp:revision>5</cp:revision>
  <dcterms:created xsi:type="dcterms:W3CDTF">2023-06-08T11:20:42Z</dcterms:created>
  <dcterms:modified xsi:type="dcterms:W3CDTF">2023-08-19T15:18:53Z</dcterms:modified>
</cp:coreProperties>
</file>