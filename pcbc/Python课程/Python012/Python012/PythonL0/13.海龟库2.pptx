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485" r:id="rId2"/>
    <p:sldId id="317" r:id="rId3"/>
    <p:sldId id="497" r:id="rId4"/>
    <p:sldId id="548" r:id="rId5"/>
    <p:sldId id="525" r:id="rId6"/>
    <p:sldId id="562" r:id="rId7"/>
    <p:sldId id="550" r:id="rId8"/>
    <p:sldId id="551" r:id="rId9"/>
    <p:sldId id="552" r:id="rId10"/>
    <p:sldId id="563" r:id="rId11"/>
    <p:sldId id="564" r:id="rId12"/>
    <p:sldId id="565" r:id="rId13"/>
    <p:sldId id="567" r:id="rId14"/>
    <p:sldId id="566" r:id="rId15"/>
    <p:sldId id="568" r:id="rId16"/>
    <p:sldId id="571" r:id="rId17"/>
    <p:sldId id="556" r:id="rId18"/>
    <p:sldId id="559" r:id="rId19"/>
    <p:sldId id="570" r:id="rId20"/>
  </p:sldIdLst>
  <p:sldSz cx="9144000" cy="5143500" type="screen16x9"/>
  <p:notesSz cx="6797675" cy="9925050"/>
  <p:custDataLst>
    <p:tags r:id="rId22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00">
          <p15:clr>
            <a:srgbClr val="A4A3A4"/>
          </p15:clr>
        </p15:guide>
        <p15:guide id="2" pos="28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F5F5F5"/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500"/>
        <p:guide pos="28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  <a:t>2023/5/18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  <a:t>2023/5/18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360" y="925195"/>
            <a:ext cx="3353435" cy="855345"/>
          </a:xfrm>
          <a:prstGeom prst="rect">
            <a:avLst/>
          </a:prstGeom>
        </p:spPr>
        <p:txBody>
          <a:bodyPr vert="horz" lIns="68571" tIns="34285" rIns="68571" bIns="34285" rtlCol="0" anchor="ctr">
            <a:normAutofit fontScale="85000" lnSpcReduction="10000"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海龟库</a:t>
            </a:r>
            <a:r>
              <a:rPr lang="en-US" altLang="zh-CN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2——</a:t>
            </a:r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坐标系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360" y="1084580"/>
            <a:ext cx="3742690" cy="69596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课前复习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课前复习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895" y="2779395"/>
            <a:ext cx="694690" cy="7505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81685" y="1059180"/>
            <a:ext cx="2011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/>
              <a:t>召唤海龟的代码？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81685" y="1696085"/>
            <a:ext cx="15919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latin typeface="+mn-ea"/>
              </a:rPr>
              <a:t>import 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turtle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81685" y="2332990"/>
            <a:ext cx="27368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画一个半径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的圆的代码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81685" y="2969895"/>
            <a:ext cx="13081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t.circle(50)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858895" y="1059180"/>
            <a:ext cx="2240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/>
              <a:t>如何给海龟改名字？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858895" y="1632585"/>
            <a:ext cx="5683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as t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858895" y="2205990"/>
            <a:ext cx="2468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800"/>
              <a:t>海龟初始默认的方向？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0" grpId="0"/>
      <p:bldP spid="10" grpId="1"/>
      <p:bldP spid="18" grpId="0"/>
      <p:bldP spid="1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8947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坐标系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坐标系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51896" y="3119889"/>
            <a:ext cx="1105816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坐标系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2140" y="1125220"/>
            <a:ext cx="280797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坐标系由哪几部分构成？</a:t>
            </a:r>
          </a:p>
        </p:txBody>
      </p:sp>
      <p:sp>
        <p:nvSpPr>
          <p:cNvPr id="26" name="矩形 25"/>
          <p:cNvSpPr/>
          <p:nvPr/>
        </p:nvSpPr>
        <p:spPr>
          <a:xfrm>
            <a:off x="2714548" y="1849419"/>
            <a:ext cx="1155374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坐标轴</a:t>
            </a:r>
          </a:p>
        </p:txBody>
      </p:sp>
      <p:sp>
        <p:nvSpPr>
          <p:cNvPr id="17" name="左大括号 16"/>
          <p:cNvSpPr/>
          <p:nvPr/>
        </p:nvSpPr>
        <p:spPr>
          <a:xfrm>
            <a:off x="1764080" y="1872462"/>
            <a:ext cx="576064" cy="2880320"/>
          </a:xfrm>
          <a:prstGeom prst="leftBrac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714548" y="3110529"/>
            <a:ext cx="795334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原点</a:t>
            </a:r>
          </a:p>
        </p:txBody>
      </p:sp>
      <p:sp>
        <p:nvSpPr>
          <p:cNvPr id="29" name="矩形 28"/>
          <p:cNvSpPr/>
          <p:nvPr/>
        </p:nvSpPr>
        <p:spPr>
          <a:xfrm>
            <a:off x="2714625" y="4371340"/>
            <a:ext cx="136207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单位长度</a:t>
            </a: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4356100" y="3220085"/>
            <a:ext cx="37445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V="1">
            <a:off x="6228184" y="1595562"/>
            <a:ext cx="0" cy="34245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7737107" y="2659888"/>
            <a:ext cx="11553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X</a:t>
            </a:r>
            <a:r>
              <a:rPr lang="zh-CN" altLang="en-US" sz="2400" b="1" dirty="0">
                <a:solidFill>
                  <a:srgbClr val="FF0000"/>
                </a:solidFill>
              </a:rPr>
              <a:t>轴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354155" y="1389788"/>
            <a:ext cx="11553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Y</a:t>
            </a:r>
            <a:r>
              <a:rPr lang="zh-CN" altLang="en-US" sz="2400" b="1" dirty="0">
                <a:solidFill>
                  <a:srgbClr val="FF0000"/>
                </a:solidFill>
              </a:rPr>
              <a:t>轴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666071" y="3795266"/>
            <a:ext cx="14401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原点</a:t>
            </a:r>
            <a:r>
              <a:rPr lang="en-US" altLang="zh-CN" sz="1600" b="1" dirty="0">
                <a:solidFill>
                  <a:srgbClr val="FF0000"/>
                </a:solidFill>
              </a:rPr>
              <a:t>(0,0)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 flipH="1" flipV="1">
            <a:off x="6230152" y="3220387"/>
            <a:ext cx="436554" cy="67049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6" grpId="0"/>
      <p:bldP spid="17" grpId="0" bldLvl="0" animBg="1"/>
      <p:bldP spid="27" grpId="0"/>
      <p:bldP spid="29" grpId="0"/>
      <p:bldP spid="31" grpId="0"/>
      <p:bldP spid="32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坐标系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059180"/>
            <a:ext cx="272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海龟库画布上的坐标系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70" y="1625600"/>
            <a:ext cx="2376170" cy="20974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296410" y="1656080"/>
            <a:ext cx="3738880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/>
              <a:t>画布上，其实也是有坐标轴的，</a:t>
            </a:r>
          </a:p>
          <a:p>
            <a:pPr>
              <a:lnSpc>
                <a:spcPct val="150000"/>
              </a:lnSpc>
            </a:pPr>
            <a:r>
              <a:rPr lang="zh-CN" altLang="en-US" sz="2000"/>
              <a:t>但是它并没有把它给显示出来，</a:t>
            </a:r>
          </a:p>
          <a:p>
            <a:pPr>
              <a:lnSpc>
                <a:spcPct val="150000"/>
              </a:lnSpc>
            </a:pPr>
            <a:r>
              <a:rPr lang="zh-CN" altLang="en-US" sz="2000"/>
              <a:t>所以很多时候，我们都需要靠，</a:t>
            </a:r>
          </a:p>
          <a:p>
            <a:pPr>
              <a:lnSpc>
                <a:spcPct val="150000"/>
              </a:lnSpc>
            </a:pPr>
            <a:r>
              <a:rPr lang="zh-CN" altLang="en-US" sz="2000"/>
              <a:t>计算和预估去判断位置。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ym typeface="+mn-ea"/>
              </a:rPr>
              <a:t>海龟先生的新方法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海龟先生的新方法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612140" y="9829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12140" y="2355215"/>
            <a:ext cx="3004185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t.circle(100) :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画圆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t.right(90) :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右转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t.left(90) :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左转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t.color(‘red’) :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改颜色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12140" y="3677285"/>
            <a:ext cx="36728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t.goto(100,100) : </a:t>
            </a:r>
            <a:r>
              <a:rPr lang="zh-CN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去某个坐标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851910" y="4300220"/>
            <a:ext cx="475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我们先来试一试，我们海龟库的新方法。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/>
      <p:bldP spid="1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683895" y="101727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683895" y="3018155"/>
            <a:ext cx="704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那么，我们来想想看，海龟库海龟的中海龟的初始默认坐标？</a:t>
            </a:r>
            <a:endParaRPr lang="en-US" altLang="en-US" sz="2000"/>
          </a:p>
        </p:txBody>
      </p:sp>
      <p:sp>
        <p:nvSpPr>
          <p:cNvPr id="9" name="文本框 8"/>
          <p:cNvSpPr txBox="1"/>
          <p:nvPr/>
        </p:nvSpPr>
        <p:spPr>
          <a:xfrm>
            <a:off x="683895" y="2436495"/>
            <a:ext cx="406209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现在同学们知道了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goto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的具体用法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876415" y="9829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b="5550"/>
          <a:stretch>
            <a:fillRect/>
          </a:stretch>
        </p:blipFill>
        <p:spPr>
          <a:xfrm>
            <a:off x="4121785" y="1037590"/>
            <a:ext cx="1978025" cy="34798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04135" y="100838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目标图案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04135" y="100838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目标图案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b="8282"/>
          <a:stretch>
            <a:fillRect/>
          </a:stretch>
        </p:blipFill>
        <p:spPr>
          <a:xfrm>
            <a:off x="4068445" y="1059180"/>
            <a:ext cx="1733550" cy="3677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04135" y="100838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目标图案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65" y="1635125"/>
            <a:ext cx="3345815" cy="3003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1835785" y="1003935"/>
            <a:ext cx="653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对于坐标轴有了一定的了解后，我们又要解锁一项新能力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908175" y="185166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大家都知道，我们写字有认真写的字和连笔字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912745" y="2284730"/>
            <a:ext cx="140208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>
                <a:latin typeface="微软雅黑" panose="020B0503020204020204" pitchFamily="34" charset="-122"/>
                <a:ea typeface="微软雅黑" panose="020B0503020204020204" pitchFamily="34" charset="-122"/>
              </a:rPr>
              <a:t>能</a:t>
            </a:r>
          </a:p>
        </p:txBody>
      </p:sp>
      <p:pic>
        <p:nvPicPr>
          <p:cNvPr id="100" name="图片 99"/>
          <p:cNvPicPr/>
          <p:nvPr/>
        </p:nvPicPr>
        <p:blipFill>
          <a:blip r:embed="rId3"/>
          <a:srcRect l="22020" t="31336" r="39021" b="35508"/>
          <a:stretch>
            <a:fillRect/>
          </a:stretch>
        </p:blipFill>
        <p:spPr>
          <a:xfrm>
            <a:off x="4641215" y="2284730"/>
            <a:ext cx="1651635" cy="1406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3813175" y="4083685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抬笔和落笔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612140" y="9829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12140" y="2355215"/>
            <a:ext cx="3522980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t.circle(100) :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画圆</a:t>
            </a:r>
          </a:p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t.right(90) :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右转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t.left(90) :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左转</a:t>
            </a:r>
          </a:p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t.color(‘red’) :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改颜色</a:t>
            </a:r>
          </a:p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t.goto(100,100) :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去某个坐标</a:t>
            </a:r>
            <a:endParaRPr lang="zh-CN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996055" y="4227830"/>
            <a:ext cx="475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我们先来试一试，我们海龟库的新方法。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12140" y="4011930"/>
            <a:ext cx="2488565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t.penup() : </a:t>
            </a:r>
            <a:r>
              <a:rPr lang="zh-CN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抬笔</a:t>
            </a:r>
            <a:endParaRPr lang="en-US" altLang="zh-CN" sz="2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t.pendown() : </a:t>
            </a:r>
            <a:r>
              <a:rPr lang="zh-CN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落笔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3" grpId="0"/>
      <p:bldP spid="3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04135" y="100838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目标图案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385" y="1635760"/>
            <a:ext cx="5029200" cy="1905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12140" y="4011930"/>
            <a:ext cx="2370455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t.penup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() :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抬笔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t.pendown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() :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落笔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6816636-734C-F230-3DD2-49BC35A0642C}"/>
              </a:ext>
            </a:extLst>
          </p:cNvPr>
          <p:cNvSpPr txBox="1"/>
          <p:nvPr/>
        </p:nvSpPr>
        <p:spPr>
          <a:xfrm>
            <a:off x="2699385" y="3674746"/>
            <a:ext cx="5029200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提示：可以按照顺序重复抬笔、移动、落笔、画圆来完成这个图案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2" grpId="2"/>
      <p:bldP spid="9" grpId="1"/>
      <p:bldP spid="9" grpId="2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99385" y="100838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目标图案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D69D0C6-6AC8-6E3D-A7DD-F51F97686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1626552"/>
            <a:ext cx="4546356" cy="28781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总结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260" y="1059180"/>
            <a:ext cx="145288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坐标系</a:t>
            </a:r>
          </a:p>
          <a:p>
            <a:r>
              <a:rPr lang="zh-CN" altLang="en-US" sz="2000"/>
              <a:t>去某个坐标</a:t>
            </a:r>
          </a:p>
          <a:p>
            <a:r>
              <a:rPr lang="zh-CN" altLang="en-US" sz="2000"/>
              <a:t>抬笔</a:t>
            </a:r>
          </a:p>
          <a:p>
            <a:r>
              <a:rPr lang="zh-CN" altLang="en-US" sz="2000"/>
              <a:t>落笔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339975" y="1059180"/>
            <a:ext cx="561784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笔记内容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t.penup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():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抬笔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t.pendown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():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落笔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t.goto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(50,100):去x:50,y:100这个坐标所在的位置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t.pensize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(10):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设置画笔粗细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04135" y="100838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目标图案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810" y="1263650"/>
            <a:ext cx="1190625" cy="35433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6ce7ccbcda6cf12636bdb4ab607c4c83d474"/>
  <p:tag name="KSO_WPP_MARK_KEY" val="0fc04085-423c-4782-897f-1d17eb958f70"/>
  <p:tag name="COMMONDATA" val="eyJoZGlkIjoiNzE1MTRiZGNmZGQyODMxZWY5ZTk1Nzk2OTA5ZmQ2YzIifQ==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466</Words>
  <Application>Microsoft Office PowerPoint</Application>
  <PresentationFormat>全屏显示(16:9)</PresentationFormat>
  <Paragraphs>105</Paragraphs>
  <Slides>19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HandelGotDLig</vt:lpstr>
      <vt:lpstr>思源黑体 CN Normal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hp</cp:lastModifiedBy>
  <cp:revision>452</cp:revision>
  <cp:lastPrinted>2000-12-31T21:09:00Z</cp:lastPrinted>
  <dcterms:created xsi:type="dcterms:W3CDTF">2015-11-10T12:01:00Z</dcterms:created>
  <dcterms:modified xsi:type="dcterms:W3CDTF">2023-05-18T05:39:33Z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58AF6FB5A91D4635996F766C58CFCAAA</vt:lpwstr>
  </property>
  <property fmtid="{D5CDD505-2E9C-101B-9397-08002B2CF9AE}" pid="3" name="KSOProductBuildVer">
    <vt:lpwstr>2052-11.1.0.12763</vt:lpwstr>
  </property>
</Properties>
</file>