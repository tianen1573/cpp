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497" r:id="rId5"/>
    <p:sldId id="588" r:id="rId6"/>
    <p:sldId id="317" r:id="rId7"/>
    <p:sldId id="615" r:id="rId8"/>
    <p:sldId id="525" r:id="rId9"/>
    <p:sldId id="604" r:id="rId10"/>
    <p:sldId id="548" r:id="rId11"/>
    <p:sldId id="607" r:id="rId12"/>
    <p:sldId id="608" r:id="rId13"/>
    <p:sldId id="550" r:id="rId14"/>
    <p:sldId id="609" r:id="rId15"/>
    <p:sldId id="610" r:id="rId16"/>
    <p:sldId id="556" r:id="rId17"/>
    <p:sldId id="613" r:id="rId18"/>
  </p:sldIdLst>
  <p:sldSz cx="9144000" cy="5143500" type="screen16x9"/>
  <p:notesSz cx="6797675" cy="9925050"/>
  <p:custDataLst>
    <p:tags r:id="rId22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62"/>
        <p:guide pos="28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gs" Target="tags/tag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5064125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海龟库程序题练习</a:t>
            </a:r>
            <a:endParaRPr lang="zh-CN" altLang="en-US" sz="35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回顾海龟库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1105535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大家还记得库的概念吗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50875" y="1909445"/>
            <a:ext cx="827595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库，就是我们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pyhton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可以额外添加的功能拓展，如我们的海龟库。他拓展的功能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就是绘图。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50875" y="2990215"/>
            <a:ext cx="4983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讲起库，我们又要讲一下标准库和第三方库了。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0875" y="3794125"/>
            <a:ext cx="644969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海龟库就是标准库，也就是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自带的库，不需要额外下载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/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第三方库，则就是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不自带的库，需要额外进行下载。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海龟库单词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09600" y="1069023"/>
            <a:ext cx="5080000" cy="3692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>
              <a:lnSpc>
                <a:spcPct val="150000"/>
              </a:lnSpc>
            </a:pP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1.import turtle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as t 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导入海龟库改名为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endParaRPr 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.t.circle(100)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画圆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缩写：</a:t>
            </a:r>
            <a:endParaRPr 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.t.forward(100)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画线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t.fd(100)</a:t>
            </a:r>
            <a:endParaRPr 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.t.right(90)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右转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t.rt(90)</a:t>
            </a:r>
            <a:endParaRPr 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.t.left(90)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左转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t.lt(90)</a:t>
            </a:r>
            <a:endParaRPr 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.t.penup()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抬笔</a:t>
            </a:r>
            <a:r>
              <a:rPr lang="en-US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t.pu()</a:t>
            </a:r>
            <a:endParaRPr 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.t.pendown()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落笔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t.pd()</a:t>
            </a:r>
            <a:endParaRPr 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>
              <a:lnSpc>
                <a:spcPct val="150000"/>
              </a:lnSpc>
            </a:pP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.t.goto(100,100)</a:t>
            </a:r>
            <a:r>
              <a:rPr lang="en-US" alt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sz="18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去坐标所在的位置</a:t>
            </a:r>
            <a:endParaRPr lang="zh-CN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8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74285" y="1069023"/>
            <a:ext cx="434721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50000"/>
              </a:lnSpc>
            </a:pP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9.t.pensize(5)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画笔粗细10.t.bgcolor('black')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背景颜色11.t.color('yellow','blue')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颜色12.t.pencolor('black')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画笔颜色13.t.fillcolor('black')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填充颜色14.t.begin_fill()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开始填充15.t.end_fill()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结束填充16.t.speed(10)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画笔速度（范围0-10）</a:t>
            </a:r>
            <a:endParaRPr 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海龟库练习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练习前提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1059180"/>
            <a:ext cx="752094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>
              <a:lnSpc>
                <a:spcPct val="200000"/>
              </a:lnSpc>
            </a:pPr>
            <a:r>
              <a:rPr lang="zh-CN" altLang="en-US" sz="1600"/>
              <a:t>接下来，我会放出</a:t>
            </a:r>
            <a:r>
              <a:rPr lang="en-US" altLang="zh-CN" sz="1600"/>
              <a:t>Python</a:t>
            </a:r>
            <a:r>
              <a:rPr lang="zh-CN" altLang="en-US" sz="1600"/>
              <a:t>考级的海龟库大题。我们需要根据题目要求，绘制图案。</a:t>
            </a:r>
            <a:endParaRPr lang="zh-CN" altLang="en-US" sz="1600"/>
          </a:p>
          <a:p>
            <a:pPr>
              <a:lnSpc>
                <a:spcPct val="200000"/>
              </a:lnSpc>
            </a:pPr>
            <a:r>
              <a:rPr lang="zh-CN" altLang="en-US" sz="1600"/>
              <a:t>每一个要求和细节都会有它的得分点，大家需要注意。</a:t>
            </a:r>
            <a:endParaRPr lang="zh-CN" altLang="en-US" sz="1600"/>
          </a:p>
          <a:p>
            <a:pPr>
              <a:lnSpc>
                <a:spcPct val="200000"/>
              </a:lnSpc>
            </a:pPr>
            <a:r>
              <a:rPr lang="zh-CN" altLang="en-US" sz="1600"/>
              <a:t>如果某一点写不出来，我们完全可以跳过，去完成其他的得分点。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1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9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2140" y="988060"/>
            <a:ext cx="7646670" cy="3515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2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840" y="987425"/>
            <a:ext cx="6059805" cy="39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海龟库练习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2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3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5"/>
          <p:cNvPicPr>
            <a:picLocks noChangeAspect="1"/>
          </p:cNvPicPr>
          <p:nvPr/>
        </p:nvPicPr>
        <p:blipFill>
          <a:blip r:embed="rId1"/>
          <a:srcRect t="1513" r="10036"/>
          <a:stretch>
            <a:fillRect/>
          </a:stretch>
        </p:blipFill>
        <p:spPr>
          <a:xfrm>
            <a:off x="615315" y="1203325"/>
            <a:ext cx="7699375" cy="3094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4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95" y="1131570"/>
            <a:ext cx="6282055" cy="33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海龟库练习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5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4"/>
          <p:cNvPicPr>
            <a:picLocks noChangeAspect="1"/>
          </p:cNvPicPr>
          <p:nvPr/>
        </p:nvPicPr>
        <p:blipFill>
          <a:blip r:embed="rId1"/>
          <a:srcRect t="3919" r="25264" b="2803"/>
          <a:stretch>
            <a:fillRect/>
          </a:stretch>
        </p:blipFill>
        <p:spPr>
          <a:xfrm>
            <a:off x="1725295" y="948690"/>
            <a:ext cx="5479415" cy="4194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6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6445" y="982980"/>
            <a:ext cx="4857115" cy="4122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总结归纳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总结归纳</a:t>
            </a:r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650" y="1561465"/>
            <a:ext cx="81280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200000"/>
              </a:lnSpc>
            </a:pPr>
            <a:r>
              <a:rPr lang="zh-CN" altLang="en-US" sz="1800"/>
              <a:t>完成海龟库的题目，我们首先需要的基础就是海龟库单词的背诵。</a:t>
            </a:r>
            <a:endParaRPr lang="zh-CN" altLang="en-US" sz="1800"/>
          </a:p>
          <a:p>
            <a:pPr>
              <a:lnSpc>
                <a:spcPct val="200000"/>
              </a:lnSpc>
            </a:pPr>
            <a:r>
              <a:rPr lang="zh-CN" altLang="en-US" sz="1800"/>
              <a:t>如果单词写不出来，你想的再明白，再清楚，也完成不了题目。</a:t>
            </a:r>
            <a:endParaRPr lang="zh-CN" altLang="en-US" sz="1800"/>
          </a:p>
          <a:p>
            <a:pPr>
              <a:lnSpc>
                <a:spcPct val="200000"/>
              </a:lnSpc>
            </a:pPr>
            <a:r>
              <a:rPr lang="zh-CN" altLang="en-US" sz="1800"/>
              <a:t>单词能够默写出后，我们需要的就是思维，要能看出如何去简便的完成题目</a:t>
            </a:r>
            <a:endParaRPr lang="zh-CN" altLang="en-US" sz="1800"/>
          </a:p>
          <a:p>
            <a:pPr>
              <a:lnSpc>
                <a:spcPct val="200000"/>
              </a:lnSpc>
            </a:pPr>
            <a:r>
              <a:rPr lang="zh-CN" altLang="en-US" sz="1800"/>
              <a:t>特别是利用我们的循环和函数去完成。不要一味的依赖复制粘贴。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4295,&quot;width&quot;:9343}"/>
</p:tagLst>
</file>

<file path=ppt/tags/tag2.xml><?xml version="1.0" encoding="utf-8"?>
<p:tagLst xmlns:p="http://schemas.openxmlformats.org/presentationml/2006/main">
  <p:tag name="ISPRING_RESOURCE_PATHS_HASH_PRESENTER" val="76ce7ccbcda6cf12636bdb4ab607c4c83d474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</Words>
  <Application>WPS 演示</Application>
  <PresentationFormat>全屏显示(16:9)</PresentationFormat>
  <Paragraphs>102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Segoe Print</vt:lpstr>
      <vt:lpstr>Calibri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501</cp:revision>
  <cp:lastPrinted>2000-12-31T21:09:00Z</cp:lastPrinted>
  <dcterms:created xsi:type="dcterms:W3CDTF">2015-11-10T12:01:00Z</dcterms:created>
  <dcterms:modified xsi:type="dcterms:W3CDTF">2022-09-03T12:58:26Z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7F75B25E592D4627B2A0ADE08B9E533A</vt:lpwstr>
  </property>
  <property fmtid="{D5CDD505-2E9C-101B-9397-08002B2CF9AE}" pid="3" name="KSOProductBuildVer">
    <vt:lpwstr>2052-11.1.0.12313</vt:lpwstr>
  </property>
</Properties>
</file>