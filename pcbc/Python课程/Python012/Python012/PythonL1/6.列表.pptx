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85" r:id="rId3"/>
    <p:sldId id="604" r:id="rId5"/>
    <p:sldId id="605" r:id="rId6"/>
    <p:sldId id="497" r:id="rId7"/>
    <p:sldId id="588" r:id="rId8"/>
    <p:sldId id="606" r:id="rId9"/>
    <p:sldId id="638" r:id="rId10"/>
    <p:sldId id="607" r:id="rId11"/>
    <p:sldId id="651" r:id="rId12"/>
    <p:sldId id="608" r:id="rId13"/>
    <p:sldId id="655" r:id="rId14"/>
    <p:sldId id="589" r:id="rId15"/>
    <p:sldId id="590" r:id="rId16"/>
    <p:sldId id="578" r:id="rId17"/>
    <p:sldId id="626" r:id="rId18"/>
    <p:sldId id="627" r:id="rId19"/>
    <p:sldId id="652" r:id="rId20"/>
    <p:sldId id="653" r:id="rId21"/>
    <p:sldId id="654" r:id="rId22"/>
    <p:sldId id="317" r:id="rId23"/>
    <p:sldId id="592" r:id="rId24"/>
    <p:sldId id="593" r:id="rId25"/>
    <p:sldId id="548" r:id="rId26"/>
    <p:sldId id="580" r:id="rId27"/>
  </p:sldIdLst>
  <p:sldSz cx="9144000" cy="5143500" type="screen16x9"/>
  <p:notesSz cx="6797675" cy="9925050"/>
  <p:custDataLst>
    <p:tags r:id="rId31"/>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70C0"/>
    <a:srgbClr val="F5F5F5"/>
    <a:srgbClr val="FF6600"/>
    <a:srgbClr val="215F27"/>
    <a:srgbClr val="E8E18A"/>
    <a:srgbClr val="FF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39" autoAdjust="0"/>
    <p:restoredTop sz="95212" autoAdjust="0"/>
  </p:normalViewPr>
  <p:slideViewPr>
    <p:cSldViewPr>
      <p:cViewPr varScale="1">
        <p:scale>
          <a:sx n="114" d="100"/>
          <a:sy n="114" d="100"/>
        </p:scale>
        <p:origin x="518" y="82"/>
      </p:cViewPr>
      <p:guideLst>
        <p:guide orient="horz" pos="1620"/>
        <p:guide pos="2712"/>
      </p:guideLst>
    </p:cSldViewPr>
  </p:slideViewPr>
  <p:notesTextViewPr>
    <p:cViewPr>
      <p:scale>
        <a:sx n="1" d="1"/>
        <a:sy n="1" d="1"/>
      </p:scale>
      <p:origin x="0" y="0"/>
    </p:cViewPr>
  </p:notesTextViewPr>
  <p:sorterViewPr>
    <p:cViewPr>
      <p:scale>
        <a:sx n="151" d="100"/>
        <a:sy n="151" d="100"/>
      </p:scale>
      <p:origin x="0" y="831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25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253"/>
          </a:xfrm>
          <a:prstGeom prst="rect">
            <a:avLst/>
          </a:prstGeom>
        </p:spPr>
        <p:txBody>
          <a:bodyPr vert="horz" lIns="91440" tIns="45720" rIns="91440" bIns="45720" rtlCol="0"/>
          <a:lstStyle>
            <a:lvl1pPr algn="r">
              <a:defRPr sz="1200"/>
            </a:lvl1pPr>
          </a:lstStyle>
          <a:p>
            <a:fld id="{8E9C2BE1-30B0-4BFF-86E2-B29499CC18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075" y="744538"/>
            <a:ext cx="6613525" cy="3721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4399"/>
            <a:ext cx="5438140" cy="4466273"/>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27075"/>
            <a:ext cx="2945659" cy="49625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7075"/>
            <a:ext cx="2945659" cy="496253"/>
          </a:xfrm>
          <a:prstGeom prst="rect">
            <a:avLst/>
          </a:prstGeom>
        </p:spPr>
        <p:txBody>
          <a:bodyPr vert="horz" lIns="91440" tIns="45720" rIns="91440" bIns="45720" rtlCol="0" anchor="b"/>
          <a:lstStyle>
            <a:lvl1pPr algn="r">
              <a:defRPr sz="1200"/>
            </a:lvl1pPr>
          </a:lstStyle>
          <a:p>
            <a:fld id="{7744F346-9435-41B1-AD1D-461963F20BE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4538"/>
            <a:ext cx="6613525" cy="3721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15CA27-7180-4F6B-A84E-BE3F55DF18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4538"/>
            <a:ext cx="6613525" cy="3721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15CA27-7180-4F6B-A84E-BE3F55DF184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4538"/>
            <a:ext cx="6613525" cy="3721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15CA27-7180-4F6B-A84E-BE3F55DF18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1" y="1597821"/>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1"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3AE68D8-C826-458C-B183-20281108C25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CAE4-7999-4689-BDF1-74DE61D8389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3AE68D8-C826-458C-B183-20281108C25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CAE4-7999-4689-BDF1-74DE61D8389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3305176"/>
            <a:ext cx="7772400" cy="1021556"/>
          </a:xfrm>
        </p:spPr>
        <p:txBody>
          <a:bodyPr anchor="t"/>
          <a:lstStyle>
            <a:lvl1pPr algn="l">
              <a:defRPr sz="3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4" y="2180035"/>
            <a:ext cx="7772400" cy="1125140"/>
          </a:xfrm>
        </p:spPr>
        <p:txBody>
          <a:bodyPr anchor="b"/>
          <a:lstStyle>
            <a:lvl1pPr marL="0" indent="0">
              <a:buNone/>
              <a:defRPr sz="1500">
                <a:solidFill>
                  <a:schemeClr val="tx1">
                    <a:tint val="7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3AE68D8-C826-458C-B183-20281108C25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CAE4-7999-4689-BDF1-74DE61D8389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1" y="900113"/>
            <a:ext cx="4038600" cy="2545556"/>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900113"/>
            <a:ext cx="4038600" cy="2545556"/>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73AE68D8-C826-458C-B183-20281108C25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CAE4-7999-4689-BDF1-74DE61D8389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6"/>
            <a:ext cx="4041775"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3AE68D8-C826-458C-B183-20281108C25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0C4CAE4-7999-4689-BDF1-74DE61D8389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3AE68D8-C826-458C-B183-20281108C25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0C4CAE4-7999-4689-BDF1-74DE61D8389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矩形 11"/>
          <p:cNvSpPr/>
          <p:nvPr userDrawn="1"/>
        </p:nvSpPr>
        <p:spPr>
          <a:xfrm>
            <a:off x="2704" y="0"/>
            <a:ext cx="9144000" cy="5143500"/>
          </a:xfrm>
          <a:prstGeom prst="rect">
            <a:avLst/>
          </a:prstGeom>
          <a:gradFill flip="none" rotWithShape="1">
            <a:gsLst>
              <a:gs pos="0">
                <a:srgbClr val="FBFBFB"/>
              </a:gs>
              <a:gs pos="79000">
                <a:schemeClr val="bg1">
                  <a:lumMod val="95000"/>
                </a:schemeClr>
              </a:gs>
              <a:gs pos="100000">
                <a:schemeClr val="bg1">
                  <a:lumMod val="8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1432" tIns="25716" rIns="51432" bIns="25716" anchor="ctr"/>
          <a:lstStyle/>
          <a:p>
            <a:pPr algn="ctr" defTabSz="685800" fontAlgn="auto">
              <a:spcBef>
                <a:spcPts val="0"/>
              </a:spcBef>
              <a:spcAft>
                <a:spcPts val="0"/>
              </a:spcAft>
              <a:defRPr/>
            </a:pP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12" name="矩形 11"/>
          <p:cNvSpPr/>
          <p:nvPr userDrawn="1"/>
        </p:nvSpPr>
        <p:spPr>
          <a:xfrm>
            <a:off x="2704" y="0"/>
            <a:ext cx="9144000" cy="5143500"/>
          </a:xfrm>
          <a:prstGeom prst="rect">
            <a:avLst/>
          </a:prstGeom>
          <a:gradFill flip="none" rotWithShape="1">
            <a:gsLst>
              <a:gs pos="0">
                <a:srgbClr val="FBFBFB"/>
              </a:gs>
              <a:gs pos="79000">
                <a:schemeClr val="bg1">
                  <a:lumMod val="95000"/>
                </a:schemeClr>
              </a:gs>
              <a:gs pos="100000">
                <a:schemeClr val="bg1">
                  <a:lumMod val="8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1432" tIns="25716" rIns="51432" bIns="25716" anchor="ctr"/>
          <a:lstStyle/>
          <a:p>
            <a:pPr algn="ctr" defTabSz="685800" fontAlgn="auto">
              <a:spcBef>
                <a:spcPts val="0"/>
              </a:spcBef>
              <a:spcAft>
                <a:spcPts val="0"/>
              </a:spcAft>
              <a:defRPr/>
            </a:pP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68571" tIns="34285" rIns="68571" bIns="34285"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2"/>
            <a:ext cx="8229600" cy="3394472"/>
          </a:xfrm>
          <a:prstGeom prst="rect">
            <a:avLst/>
          </a:prstGeom>
        </p:spPr>
        <p:txBody>
          <a:bodyPr vert="horz" lIns="68571" tIns="34285" rIns="68571" bIns="34285"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68571" tIns="34285" rIns="68571" bIns="34285" rtlCol="0" anchor="ctr"/>
          <a:lstStyle>
            <a:lvl1pPr algn="l">
              <a:defRPr sz="900">
                <a:solidFill>
                  <a:schemeClr val="tx1">
                    <a:tint val="75000"/>
                  </a:schemeClr>
                </a:solidFill>
              </a:defRPr>
            </a:lvl1pPr>
          </a:lstStyle>
          <a:p>
            <a:fld id="{73AE68D8-C826-458C-B183-20281108C25D}" type="datetimeFigureOut">
              <a:rPr lang="zh-CN" altLang="en-US" smtClean="0"/>
            </a:fld>
            <a:endParaRPr lang="zh-CN" altLang="en-US"/>
          </a:p>
        </p:txBody>
      </p:sp>
      <p:sp>
        <p:nvSpPr>
          <p:cNvPr id="5" name="页脚占位符 4"/>
          <p:cNvSpPr>
            <a:spLocks noGrp="1"/>
          </p:cNvSpPr>
          <p:nvPr>
            <p:ph type="ftr" sz="quarter" idx="3"/>
          </p:nvPr>
        </p:nvSpPr>
        <p:spPr>
          <a:xfrm>
            <a:off x="3124201" y="4767263"/>
            <a:ext cx="2895600" cy="273844"/>
          </a:xfrm>
          <a:prstGeom prst="rect">
            <a:avLst/>
          </a:prstGeom>
        </p:spPr>
        <p:txBody>
          <a:bodyPr vert="horz" lIns="68571" tIns="34285" rIns="68571" bIns="34285"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68571" tIns="34285" rIns="68571" bIns="34285" rtlCol="0" anchor="ctr"/>
          <a:lstStyle>
            <a:lvl1pPr algn="r">
              <a:defRPr sz="900">
                <a:solidFill>
                  <a:schemeClr val="tx1">
                    <a:tint val="75000"/>
                  </a:schemeClr>
                </a:solidFill>
              </a:defRPr>
            </a:lvl1pPr>
          </a:lstStyle>
          <a:p>
            <a:fld id="{20C4CAE4-7999-4689-BDF1-74DE61D8389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03567" y="3761789"/>
            <a:ext cx="432048" cy="357458"/>
          </a:xfrm>
          <a:prstGeom prst="rect">
            <a:avLst/>
          </a:prstGeom>
          <a:solidFill>
            <a:srgbClr val="0070C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555103" y="3761789"/>
            <a:ext cx="432048" cy="3777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166067" y="3761789"/>
            <a:ext cx="432048" cy="3777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4"/>
          <p:cNvSpPr/>
          <p:nvPr/>
        </p:nvSpPr>
        <p:spPr>
          <a:xfrm>
            <a:off x="5382" y="3818580"/>
            <a:ext cx="9144000" cy="1324920"/>
          </a:xfrm>
          <a:custGeom>
            <a:avLst/>
            <a:gdLst/>
            <a:ahLst/>
            <a:cxnLst/>
            <a:rect l="l" t="t" r="r" b="b"/>
            <a:pathLst>
              <a:path w="9144000" h="1489474">
                <a:moveTo>
                  <a:pt x="0" y="0"/>
                </a:moveTo>
                <a:lnTo>
                  <a:pt x="3210767" y="0"/>
                </a:lnTo>
                <a:cubicBezTo>
                  <a:pt x="3223431" y="94117"/>
                  <a:pt x="3287443" y="164136"/>
                  <a:pt x="3364004" y="164136"/>
                </a:cubicBezTo>
                <a:cubicBezTo>
                  <a:pt x="3440565" y="164136"/>
                  <a:pt x="3504578" y="94117"/>
                  <a:pt x="3517241" y="0"/>
                </a:cubicBezTo>
                <a:lnTo>
                  <a:pt x="4433668" y="0"/>
                </a:lnTo>
                <a:cubicBezTo>
                  <a:pt x="4446331" y="94117"/>
                  <a:pt x="4510344" y="164136"/>
                  <a:pt x="4586904" y="164136"/>
                </a:cubicBezTo>
                <a:cubicBezTo>
                  <a:pt x="4663465" y="164136"/>
                  <a:pt x="4727478" y="94117"/>
                  <a:pt x="4740141" y="0"/>
                </a:cubicBezTo>
                <a:lnTo>
                  <a:pt x="5655363" y="0"/>
                </a:lnTo>
                <a:cubicBezTo>
                  <a:pt x="5668026" y="94117"/>
                  <a:pt x="5732039" y="164136"/>
                  <a:pt x="5808599" y="164136"/>
                </a:cubicBezTo>
                <a:cubicBezTo>
                  <a:pt x="5885160" y="164136"/>
                  <a:pt x="5949173" y="94117"/>
                  <a:pt x="5961836" y="0"/>
                </a:cubicBezTo>
                <a:lnTo>
                  <a:pt x="9144000" y="0"/>
                </a:lnTo>
                <a:lnTo>
                  <a:pt x="9144000" y="1489474"/>
                </a:lnTo>
                <a:lnTo>
                  <a:pt x="0" y="1489474"/>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2195736" y="3499670"/>
            <a:ext cx="1196088" cy="1232320"/>
            <a:chOff x="2195736" y="3408895"/>
            <a:chExt cx="1196088" cy="1232320"/>
          </a:xfrm>
        </p:grpSpPr>
        <p:grpSp>
          <p:nvGrpSpPr>
            <p:cNvPr id="15" name="组合 14"/>
            <p:cNvGrpSpPr/>
            <p:nvPr/>
          </p:nvGrpSpPr>
          <p:grpSpPr>
            <a:xfrm>
              <a:off x="2274701" y="3408895"/>
              <a:ext cx="963053" cy="963053"/>
              <a:chOff x="2274701" y="3408895"/>
              <a:chExt cx="963053" cy="963053"/>
            </a:xfrm>
          </p:grpSpPr>
          <p:sp>
            <p:nvSpPr>
              <p:cNvPr id="17" name="椭圆 16"/>
              <p:cNvSpPr/>
              <p:nvPr/>
            </p:nvSpPr>
            <p:spPr>
              <a:xfrm>
                <a:off x="2274701"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rot="5400000">
                <a:off x="2481345" y="3693818"/>
                <a:ext cx="590112" cy="413352"/>
                <a:chOff x="-5149080" y="2419790"/>
                <a:chExt cx="3888432" cy="2723710"/>
              </a:xfrm>
            </p:grpSpPr>
            <p:sp>
              <p:nvSpPr>
                <p:cNvPr id="19" name="圆角矩形 18"/>
                <p:cNvSpPr/>
                <p:nvPr/>
              </p:nvSpPr>
              <p:spPr>
                <a:xfrm>
                  <a:off x="-5149080" y="2419790"/>
                  <a:ext cx="3888432" cy="2723710"/>
                </a:xfrm>
                <a:prstGeom prst="roundRect">
                  <a:avLst>
                    <a:gd name="adj" fmla="val 10805"/>
                  </a:avLst>
                </a:prstGeom>
                <a:solidFill>
                  <a:schemeClr val="tx1">
                    <a:lumMod val="75000"/>
                    <a:lumOff val="2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760686" y="2627086"/>
                  <a:ext cx="3120572" cy="23368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5005065" y="3408895"/>
                  <a:ext cx="130645" cy="819039"/>
                </a:xfrm>
                <a:prstGeom prst="roundRect">
                  <a:avLst>
                    <a:gd name="adj" fmla="val 34760"/>
                  </a:avLst>
                </a:prstGeom>
                <a:solidFill>
                  <a:schemeClr val="tx1">
                    <a:lumMod val="50000"/>
                    <a:lumOff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981576" y="2772467"/>
                  <a:ext cx="1240007" cy="188448"/>
                </a:xfrm>
                <a:prstGeom prst="rect">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628799" y="3102810"/>
                  <a:ext cx="887230" cy="188447"/>
                </a:xfrm>
                <a:prstGeom prst="rect">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2361572" y="3460262"/>
                  <a:ext cx="620002" cy="188448"/>
                </a:xfrm>
                <a:prstGeom prst="rect">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765552" y="3795487"/>
                  <a:ext cx="1023984" cy="174606"/>
                </a:xfrm>
                <a:prstGeom prst="rect">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2628799" y="4169580"/>
                  <a:ext cx="887230" cy="188447"/>
                </a:xfrm>
                <a:prstGeom prst="rect">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2097633" y="4515967"/>
                  <a:ext cx="356063" cy="188448"/>
                </a:xfrm>
                <a:prstGeom prst="rect">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a:off x="-3499530" y="2822216"/>
                  <a:ext cx="643618" cy="1845131"/>
                </a:xfrm>
                <a:custGeom>
                  <a:avLst/>
                  <a:gdLst>
                    <a:gd name="connsiteX0" fmla="*/ 566058 w 566058"/>
                    <a:gd name="connsiteY0" fmla="*/ 0 h 1654628"/>
                    <a:gd name="connsiteX1" fmla="*/ 101600 w 566058"/>
                    <a:gd name="connsiteY1" fmla="*/ 667657 h 1654628"/>
                    <a:gd name="connsiteX2" fmla="*/ 348343 w 566058"/>
                    <a:gd name="connsiteY2" fmla="*/ 1074057 h 1654628"/>
                    <a:gd name="connsiteX3" fmla="*/ 0 w 566058"/>
                    <a:gd name="connsiteY3" fmla="*/ 1654628 h 1654628"/>
                    <a:gd name="connsiteX0-1" fmla="*/ 80283 w 348343"/>
                    <a:gd name="connsiteY0-2" fmla="*/ 0 h 1654628"/>
                    <a:gd name="connsiteX1-3" fmla="*/ 101600 w 348343"/>
                    <a:gd name="connsiteY1-4" fmla="*/ 667657 h 1654628"/>
                    <a:gd name="connsiteX2-5" fmla="*/ 348343 w 348343"/>
                    <a:gd name="connsiteY2-6" fmla="*/ 1074057 h 1654628"/>
                    <a:gd name="connsiteX3-7" fmla="*/ 0 w 348343"/>
                    <a:gd name="connsiteY3-8" fmla="*/ 1654628 h 1654628"/>
                    <a:gd name="connsiteX0-9" fmla="*/ 499384 w 499384"/>
                    <a:gd name="connsiteY0-10" fmla="*/ 0 h 1664150"/>
                    <a:gd name="connsiteX1-11" fmla="*/ 101600 w 499384"/>
                    <a:gd name="connsiteY1-12" fmla="*/ 677179 h 1664150"/>
                    <a:gd name="connsiteX2-13" fmla="*/ 348343 w 499384"/>
                    <a:gd name="connsiteY2-14" fmla="*/ 1083579 h 1664150"/>
                    <a:gd name="connsiteX3-15" fmla="*/ 0 w 499384"/>
                    <a:gd name="connsiteY3-16" fmla="*/ 1664150 h 1664150"/>
                    <a:gd name="connsiteX0-17" fmla="*/ 127909 w 348343"/>
                    <a:gd name="connsiteY0-18" fmla="*/ 0 h 1673675"/>
                    <a:gd name="connsiteX1-19" fmla="*/ 101600 w 348343"/>
                    <a:gd name="connsiteY1-20" fmla="*/ 686704 h 1673675"/>
                    <a:gd name="connsiteX2-21" fmla="*/ 348343 w 348343"/>
                    <a:gd name="connsiteY2-22" fmla="*/ 1093104 h 1673675"/>
                    <a:gd name="connsiteX3-23" fmla="*/ 0 w 348343"/>
                    <a:gd name="connsiteY3-24" fmla="*/ 1673675 h 1673675"/>
                    <a:gd name="connsiteX0-25" fmla="*/ 127909 w 454025"/>
                    <a:gd name="connsiteY0-26" fmla="*/ 0 h 1673675"/>
                    <a:gd name="connsiteX1-27" fmla="*/ 454025 w 454025"/>
                    <a:gd name="connsiteY1-28" fmla="*/ 534304 h 1673675"/>
                    <a:gd name="connsiteX2-29" fmla="*/ 348343 w 454025"/>
                    <a:gd name="connsiteY2-30" fmla="*/ 1093104 h 1673675"/>
                    <a:gd name="connsiteX3-31" fmla="*/ 0 w 454025"/>
                    <a:gd name="connsiteY3-32" fmla="*/ 1673675 h 1673675"/>
                    <a:gd name="connsiteX0-33" fmla="*/ 127909 w 454025"/>
                    <a:gd name="connsiteY0-34" fmla="*/ 0 h 1673675"/>
                    <a:gd name="connsiteX1-35" fmla="*/ 454025 w 454025"/>
                    <a:gd name="connsiteY1-36" fmla="*/ 534304 h 1673675"/>
                    <a:gd name="connsiteX2-37" fmla="*/ 148318 w 454025"/>
                    <a:gd name="connsiteY2-38" fmla="*/ 797829 h 1673675"/>
                    <a:gd name="connsiteX3-39" fmla="*/ 0 w 454025"/>
                    <a:gd name="connsiteY3-40" fmla="*/ 1673675 h 1673675"/>
                    <a:gd name="connsiteX0-41" fmla="*/ 0 w 348341"/>
                    <a:gd name="connsiteY0-42" fmla="*/ 0 h 1616525"/>
                    <a:gd name="connsiteX1-43" fmla="*/ 326116 w 348341"/>
                    <a:gd name="connsiteY1-44" fmla="*/ 534304 h 1616525"/>
                    <a:gd name="connsiteX2-45" fmla="*/ 20409 w 348341"/>
                    <a:gd name="connsiteY2-46" fmla="*/ 797829 h 1616525"/>
                    <a:gd name="connsiteX3-47" fmla="*/ 348341 w 348341"/>
                    <a:gd name="connsiteY3-48" fmla="*/ 1616525 h 1616525"/>
                    <a:gd name="connsiteX0-49" fmla="*/ 0 w 348341"/>
                    <a:gd name="connsiteY0-50" fmla="*/ 0 h 1616525"/>
                    <a:gd name="connsiteX1-51" fmla="*/ 326116 w 348341"/>
                    <a:gd name="connsiteY1-52" fmla="*/ 534304 h 1616525"/>
                    <a:gd name="connsiteX2-53" fmla="*/ 68034 w 348341"/>
                    <a:gd name="connsiteY2-54" fmla="*/ 950229 h 1616525"/>
                    <a:gd name="connsiteX3-55" fmla="*/ 348341 w 348341"/>
                    <a:gd name="connsiteY3-56" fmla="*/ 1616525 h 1616525"/>
                    <a:gd name="connsiteX0-57" fmla="*/ 0 w 386441"/>
                    <a:gd name="connsiteY0-58" fmla="*/ 0 h 1721300"/>
                    <a:gd name="connsiteX1-59" fmla="*/ 364216 w 386441"/>
                    <a:gd name="connsiteY1-60" fmla="*/ 639079 h 1721300"/>
                    <a:gd name="connsiteX2-61" fmla="*/ 106134 w 386441"/>
                    <a:gd name="connsiteY2-62" fmla="*/ 1055004 h 1721300"/>
                    <a:gd name="connsiteX3-63" fmla="*/ 386441 w 386441"/>
                    <a:gd name="connsiteY3-64" fmla="*/ 1721300 h 1721300"/>
                    <a:gd name="connsiteX0-65" fmla="*/ 0 w 415017"/>
                    <a:gd name="connsiteY0-66" fmla="*/ 0 h 1787978"/>
                    <a:gd name="connsiteX1-67" fmla="*/ 364216 w 415017"/>
                    <a:gd name="connsiteY1-68" fmla="*/ 639079 h 1787978"/>
                    <a:gd name="connsiteX2-69" fmla="*/ 106134 w 415017"/>
                    <a:gd name="connsiteY2-70" fmla="*/ 1055004 h 1787978"/>
                    <a:gd name="connsiteX3-71" fmla="*/ 415017 w 415017"/>
                    <a:gd name="connsiteY3-72" fmla="*/ 1787978 h 1787978"/>
                    <a:gd name="connsiteX0-73" fmla="*/ 0 w 643618"/>
                    <a:gd name="connsiteY0-74" fmla="*/ 0 h 1845131"/>
                    <a:gd name="connsiteX1-75" fmla="*/ 364216 w 643618"/>
                    <a:gd name="connsiteY1-76" fmla="*/ 639079 h 1845131"/>
                    <a:gd name="connsiteX2-77" fmla="*/ 106134 w 643618"/>
                    <a:gd name="connsiteY2-78" fmla="*/ 1055004 h 1845131"/>
                    <a:gd name="connsiteX3-79" fmla="*/ 643618 w 643618"/>
                    <a:gd name="connsiteY3-80" fmla="*/ 1845131 h 1845131"/>
                    <a:gd name="connsiteX0-81" fmla="*/ 0 w 643618"/>
                    <a:gd name="connsiteY0-82" fmla="*/ 0 h 1845131"/>
                    <a:gd name="connsiteX1-83" fmla="*/ 364216 w 643618"/>
                    <a:gd name="connsiteY1-84" fmla="*/ 639079 h 1845131"/>
                    <a:gd name="connsiteX2-85" fmla="*/ 144235 w 643618"/>
                    <a:gd name="connsiteY2-86" fmla="*/ 1093107 h 1845131"/>
                    <a:gd name="connsiteX3-87" fmla="*/ 643618 w 643618"/>
                    <a:gd name="connsiteY3-88" fmla="*/ 1845131 h 1845131"/>
                    <a:gd name="connsiteX0-89" fmla="*/ 0 w 643618"/>
                    <a:gd name="connsiteY0-90" fmla="*/ 0 h 1845131"/>
                    <a:gd name="connsiteX1-91" fmla="*/ 468992 w 643618"/>
                    <a:gd name="connsiteY1-92" fmla="*/ 667657 h 1845131"/>
                    <a:gd name="connsiteX2-93" fmla="*/ 144235 w 643618"/>
                    <a:gd name="connsiteY2-94" fmla="*/ 1093107 h 1845131"/>
                    <a:gd name="connsiteX3-95" fmla="*/ 643618 w 643618"/>
                    <a:gd name="connsiteY3-96" fmla="*/ 1845131 h 1845131"/>
                  </a:gdLst>
                  <a:ahLst/>
                  <a:cxnLst>
                    <a:cxn ang="0">
                      <a:pos x="connsiteX0-1" y="connsiteY0-2"/>
                    </a:cxn>
                    <a:cxn ang="0">
                      <a:pos x="connsiteX1-3" y="connsiteY1-4"/>
                    </a:cxn>
                    <a:cxn ang="0">
                      <a:pos x="connsiteX2-5" y="connsiteY2-6"/>
                    </a:cxn>
                    <a:cxn ang="0">
                      <a:pos x="connsiteX3-7" y="connsiteY3-8"/>
                    </a:cxn>
                  </a:cxnLst>
                  <a:rect l="l" t="t" r="r" b="b"/>
                  <a:pathLst>
                    <a:path w="643618" h="1845131">
                      <a:moveTo>
                        <a:pt x="0" y="0"/>
                      </a:moveTo>
                      <a:lnTo>
                        <a:pt x="468992" y="667657"/>
                      </a:lnTo>
                      <a:lnTo>
                        <a:pt x="144235" y="1093107"/>
                      </a:lnTo>
                      <a:lnTo>
                        <a:pt x="643618" y="1845131"/>
                      </a:lnTo>
                    </a:path>
                  </a:pathLst>
                </a:cu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矩形 28"/>
                <p:cNvSpPr/>
                <p:nvPr/>
              </p:nvSpPr>
              <p:spPr>
                <a:xfrm rot="16200000">
                  <a:off x="-5215501" y="4059333"/>
                  <a:ext cx="1395103" cy="94225"/>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rot="16200000">
                  <a:off x="-5021317" y="4059333"/>
                  <a:ext cx="1395103" cy="94225"/>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rot="16200000">
                  <a:off x="-4248975" y="3697670"/>
                  <a:ext cx="697551" cy="94225"/>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16200000">
                  <a:off x="-4464763" y="2672165"/>
                  <a:ext cx="518792" cy="719389"/>
                </a:xfrm>
                <a:prstGeom prst="rect">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rot="16200000">
                  <a:off x="-4804681" y="4059333"/>
                  <a:ext cx="1395103" cy="94225"/>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 name="TextBox 15"/>
            <p:cNvSpPr txBox="1"/>
            <p:nvPr/>
          </p:nvSpPr>
          <p:spPr>
            <a:xfrm>
              <a:off x="2195736" y="4396105"/>
              <a:ext cx="1196088"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34" name="组合 33"/>
          <p:cNvGrpSpPr/>
          <p:nvPr/>
        </p:nvGrpSpPr>
        <p:grpSpPr>
          <a:xfrm>
            <a:off x="3496518" y="3499670"/>
            <a:ext cx="1041582" cy="1232320"/>
            <a:chOff x="3496518" y="3408895"/>
            <a:chExt cx="1041582" cy="1232320"/>
          </a:xfrm>
        </p:grpSpPr>
        <p:sp>
          <p:nvSpPr>
            <p:cNvPr id="35" name="椭圆 34"/>
            <p:cNvSpPr/>
            <p:nvPr/>
          </p:nvSpPr>
          <p:spPr>
            <a:xfrm>
              <a:off x="3496518"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3718794" y="3571875"/>
              <a:ext cx="514787" cy="661876"/>
              <a:chOff x="2712755" y="-14322882"/>
              <a:chExt cx="4403253" cy="5661384"/>
            </a:xfrm>
          </p:grpSpPr>
          <p:sp>
            <p:nvSpPr>
              <p:cNvPr id="38" name="矩形 37"/>
              <p:cNvSpPr/>
              <p:nvPr/>
            </p:nvSpPr>
            <p:spPr>
              <a:xfrm rot="21392143">
                <a:off x="2712755" y="-14322882"/>
                <a:ext cx="4032448" cy="5544616"/>
              </a:xfrm>
              <a:prstGeom prst="rect">
                <a:avLst/>
              </a:prstGeom>
              <a:solidFill>
                <a:schemeClr val="bg1"/>
              </a:solidFill>
              <a:ln>
                <a:solidFill>
                  <a:schemeClr val="accent1"/>
                </a:solidFill>
              </a:ln>
              <a:effectLst>
                <a:outerShdw blurRad="12700" dist="12700" dir="12000000" algn="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3083560" y="-14206114"/>
                <a:ext cx="4032448" cy="5544616"/>
              </a:xfrm>
              <a:prstGeom prst="rect">
                <a:avLst/>
              </a:prstGeom>
              <a:solidFill>
                <a:schemeClr val="bg1"/>
              </a:solidFill>
              <a:ln w="31750">
                <a:solidFill>
                  <a:schemeClr val="accent1"/>
                </a:solidFill>
              </a:ln>
              <a:effectLst>
                <a:outerShdw blurRad="127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饼形 39"/>
              <p:cNvSpPr/>
              <p:nvPr/>
            </p:nvSpPr>
            <p:spPr>
              <a:xfrm>
                <a:off x="3391865" y="-13558042"/>
                <a:ext cx="1512168" cy="1512168"/>
              </a:xfrm>
              <a:prstGeom prst="pie">
                <a:avLst>
                  <a:gd name="adj1" fmla="val 7305761"/>
                  <a:gd name="adj2" fmla="val 16200000"/>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饼形 40"/>
              <p:cNvSpPr/>
              <p:nvPr/>
            </p:nvSpPr>
            <p:spPr>
              <a:xfrm>
                <a:off x="3391865" y="-13558042"/>
                <a:ext cx="1512168" cy="1512168"/>
              </a:xfrm>
              <a:prstGeom prst="pie">
                <a:avLst>
                  <a:gd name="adj1" fmla="val 717980"/>
                  <a:gd name="adj2" fmla="val 7304315"/>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饼形 41"/>
              <p:cNvSpPr/>
              <p:nvPr/>
            </p:nvSpPr>
            <p:spPr>
              <a:xfrm>
                <a:off x="3395494" y="-13558400"/>
                <a:ext cx="1512168" cy="1512168"/>
              </a:xfrm>
              <a:prstGeom prst="pie">
                <a:avLst>
                  <a:gd name="adj1" fmla="val 17496917"/>
                  <a:gd name="adj2" fmla="val 821231"/>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饼形 42"/>
              <p:cNvSpPr/>
              <p:nvPr/>
            </p:nvSpPr>
            <p:spPr>
              <a:xfrm>
                <a:off x="3402121" y="-13558400"/>
                <a:ext cx="1512168" cy="1512168"/>
              </a:xfrm>
              <a:prstGeom prst="pie">
                <a:avLst>
                  <a:gd name="adj1" fmla="val 16163509"/>
                  <a:gd name="adj2" fmla="val 17465061"/>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椭圆 43"/>
              <p:cNvSpPr/>
              <p:nvPr/>
            </p:nvSpPr>
            <p:spPr>
              <a:xfrm>
                <a:off x="5150443" y="-13414026"/>
                <a:ext cx="233762" cy="233762"/>
              </a:xfrm>
              <a:prstGeom prst="ellipse">
                <a:avLst/>
              </a:prstGeom>
              <a:solidFill>
                <a:srgbClr val="F05B3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椭圆 44"/>
              <p:cNvSpPr/>
              <p:nvPr/>
            </p:nvSpPr>
            <p:spPr>
              <a:xfrm>
                <a:off x="5150443" y="-13125994"/>
                <a:ext cx="233762" cy="233762"/>
              </a:xfrm>
              <a:prstGeom prst="ellipse">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椭圆 46"/>
              <p:cNvSpPr/>
              <p:nvPr/>
            </p:nvSpPr>
            <p:spPr>
              <a:xfrm>
                <a:off x="5150443" y="-12837962"/>
                <a:ext cx="233762" cy="233762"/>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椭圆 47"/>
              <p:cNvSpPr/>
              <p:nvPr/>
            </p:nvSpPr>
            <p:spPr>
              <a:xfrm>
                <a:off x="5150443" y="-12549930"/>
                <a:ext cx="233762" cy="233762"/>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矩形 48"/>
              <p:cNvSpPr/>
              <p:nvPr/>
            </p:nvSpPr>
            <p:spPr>
              <a:xfrm>
                <a:off x="5436096" y="-13342018"/>
                <a:ext cx="1440954"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5436096" y="-13056696"/>
                <a:ext cx="1440954"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5436096" y="-12771374"/>
                <a:ext cx="1440954"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436096" y="-12486053"/>
                <a:ext cx="1440954"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97322" y="-11397802"/>
                <a:ext cx="3479728"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3397322" y="-11135709"/>
                <a:ext cx="3479728"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3397322" y="-10873616"/>
                <a:ext cx="3479728"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3397322" y="-10611523"/>
                <a:ext cx="3479728"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3397322" y="-10349432"/>
                <a:ext cx="1739864" cy="106007"/>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64"/>
              <p:cNvSpPr/>
              <p:nvPr/>
            </p:nvSpPr>
            <p:spPr>
              <a:xfrm>
                <a:off x="3413760" y="-9885634"/>
                <a:ext cx="3467100" cy="1015954"/>
              </a:xfrm>
              <a:custGeom>
                <a:avLst/>
                <a:gdLst>
                  <a:gd name="connsiteX0" fmla="*/ 15240 w 3467100"/>
                  <a:gd name="connsiteY0" fmla="*/ 670560 h 678180"/>
                  <a:gd name="connsiteX1" fmla="*/ 3467100 w 3467100"/>
                  <a:gd name="connsiteY1" fmla="*/ 678180 h 678180"/>
                  <a:gd name="connsiteX2" fmla="*/ 3459480 w 3467100"/>
                  <a:gd name="connsiteY2" fmla="*/ 0 h 678180"/>
                  <a:gd name="connsiteX3" fmla="*/ 3215640 w 3467100"/>
                  <a:gd name="connsiteY3" fmla="*/ 45720 h 678180"/>
                  <a:gd name="connsiteX4" fmla="*/ 3070860 w 3467100"/>
                  <a:gd name="connsiteY4" fmla="*/ 175260 h 678180"/>
                  <a:gd name="connsiteX5" fmla="*/ 2948940 w 3467100"/>
                  <a:gd name="connsiteY5" fmla="*/ 419100 h 678180"/>
                  <a:gd name="connsiteX6" fmla="*/ 2842260 w 3467100"/>
                  <a:gd name="connsiteY6" fmla="*/ 289560 h 678180"/>
                  <a:gd name="connsiteX7" fmla="*/ 2705100 w 3467100"/>
                  <a:gd name="connsiteY7" fmla="*/ 266700 h 678180"/>
                  <a:gd name="connsiteX8" fmla="*/ 2628900 w 3467100"/>
                  <a:gd name="connsiteY8" fmla="*/ 365760 h 678180"/>
                  <a:gd name="connsiteX9" fmla="*/ 2583180 w 3467100"/>
                  <a:gd name="connsiteY9" fmla="*/ 434340 h 678180"/>
                  <a:gd name="connsiteX10" fmla="*/ 2468880 w 3467100"/>
                  <a:gd name="connsiteY10" fmla="*/ 259080 h 678180"/>
                  <a:gd name="connsiteX11" fmla="*/ 2270760 w 3467100"/>
                  <a:gd name="connsiteY11" fmla="*/ 198120 h 678180"/>
                  <a:gd name="connsiteX12" fmla="*/ 2034540 w 3467100"/>
                  <a:gd name="connsiteY12" fmla="*/ 167640 h 678180"/>
                  <a:gd name="connsiteX13" fmla="*/ 2042160 w 3467100"/>
                  <a:gd name="connsiteY13" fmla="*/ 213360 h 678180"/>
                  <a:gd name="connsiteX14" fmla="*/ 1790700 w 3467100"/>
                  <a:gd name="connsiteY14" fmla="*/ 312420 h 678180"/>
                  <a:gd name="connsiteX15" fmla="*/ 1783080 w 3467100"/>
                  <a:gd name="connsiteY15" fmla="*/ 403860 h 678180"/>
                  <a:gd name="connsiteX16" fmla="*/ 1699260 w 3467100"/>
                  <a:gd name="connsiteY16" fmla="*/ 441960 h 678180"/>
                  <a:gd name="connsiteX17" fmla="*/ 1592580 w 3467100"/>
                  <a:gd name="connsiteY17" fmla="*/ 327660 h 678180"/>
                  <a:gd name="connsiteX18" fmla="*/ 1424940 w 3467100"/>
                  <a:gd name="connsiteY18" fmla="*/ 327660 h 678180"/>
                  <a:gd name="connsiteX19" fmla="*/ 1249680 w 3467100"/>
                  <a:gd name="connsiteY19" fmla="*/ 441960 h 678180"/>
                  <a:gd name="connsiteX20" fmla="*/ 1120140 w 3467100"/>
                  <a:gd name="connsiteY20" fmla="*/ 381000 h 678180"/>
                  <a:gd name="connsiteX21" fmla="*/ 998220 w 3467100"/>
                  <a:gd name="connsiteY21" fmla="*/ 403860 h 678180"/>
                  <a:gd name="connsiteX22" fmla="*/ 914400 w 3467100"/>
                  <a:gd name="connsiteY22" fmla="*/ 449580 h 678180"/>
                  <a:gd name="connsiteX23" fmla="*/ 853440 w 3467100"/>
                  <a:gd name="connsiteY23" fmla="*/ 518160 h 678180"/>
                  <a:gd name="connsiteX24" fmla="*/ 701040 w 3467100"/>
                  <a:gd name="connsiteY24" fmla="*/ 495300 h 678180"/>
                  <a:gd name="connsiteX25" fmla="*/ 647700 w 3467100"/>
                  <a:gd name="connsiteY25" fmla="*/ 518160 h 678180"/>
                  <a:gd name="connsiteX26" fmla="*/ 647700 w 3467100"/>
                  <a:gd name="connsiteY26" fmla="*/ 533400 h 678180"/>
                  <a:gd name="connsiteX27" fmla="*/ 441960 w 3467100"/>
                  <a:gd name="connsiteY27" fmla="*/ 441960 h 678180"/>
                  <a:gd name="connsiteX28" fmla="*/ 358140 w 3467100"/>
                  <a:gd name="connsiteY28" fmla="*/ 495300 h 678180"/>
                  <a:gd name="connsiteX29" fmla="*/ 320040 w 3467100"/>
                  <a:gd name="connsiteY29" fmla="*/ 541020 h 678180"/>
                  <a:gd name="connsiteX30" fmla="*/ 53340 w 3467100"/>
                  <a:gd name="connsiteY30" fmla="*/ 586740 h 678180"/>
                  <a:gd name="connsiteX31" fmla="*/ 0 w 3467100"/>
                  <a:gd name="connsiteY31" fmla="*/ 594360 h 678180"/>
                  <a:gd name="connsiteX32" fmla="*/ 15240 w 3467100"/>
                  <a:gd name="connsiteY32" fmla="*/ 670560 h 678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467100" h="678180">
                    <a:moveTo>
                      <a:pt x="15240" y="670560"/>
                    </a:moveTo>
                    <a:lnTo>
                      <a:pt x="3467100" y="678180"/>
                    </a:lnTo>
                    <a:lnTo>
                      <a:pt x="3459480" y="0"/>
                    </a:lnTo>
                    <a:lnTo>
                      <a:pt x="3215640" y="45720"/>
                    </a:lnTo>
                    <a:lnTo>
                      <a:pt x="3070860" y="175260"/>
                    </a:lnTo>
                    <a:lnTo>
                      <a:pt x="2948940" y="419100"/>
                    </a:lnTo>
                    <a:lnTo>
                      <a:pt x="2842260" y="289560"/>
                    </a:lnTo>
                    <a:lnTo>
                      <a:pt x="2705100" y="266700"/>
                    </a:lnTo>
                    <a:lnTo>
                      <a:pt x="2628900" y="365760"/>
                    </a:lnTo>
                    <a:lnTo>
                      <a:pt x="2583180" y="434340"/>
                    </a:lnTo>
                    <a:lnTo>
                      <a:pt x="2468880" y="259080"/>
                    </a:lnTo>
                    <a:lnTo>
                      <a:pt x="2270760" y="198120"/>
                    </a:lnTo>
                    <a:lnTo>
                      <a:pt x="2034540" y="167640"/>
                    </a:lnTo>
                    <a:lnTo>
                      <a:pt x="2042160" y="213360"/>
                    </a:lnTo>
                    <a:lnTo>
                      <a:pt x="1790700" y="312420"/>
                    </a:lnTo>
                    <a:lnTo>
                      <a:pt x="1783080" y="403860"/>
                    </a:lnTo>
                    <a:lnTo>
                      <a:pt x="1699260" y="441960"/>
                    </a:lnTo>
                    <a:lnTo>
                      <a:pt x="1592580" y="327660"/>
                    </a:lnTo>
                    <a:lnTo>
                      <a:pt x="1424940" y="327660"/>
                    </a:lnTo>
                    <a:lnTo>
                      <a:pt x="1249680" y="441960"/>
                    </a:lnTo>
                    <a:lnTo>
                      <a:pt x="1120140" y="381000"/>
                    </a:lnTo>
                    <a:lnTo>
                      <a:pt x="998220" y="403860"/>
                    </a:lnTo>
                    <a:lnTo>
                      <a:pt x="914400" y="449580"/>
                    </a:lnTo>
                    <a:lnTo>
                      <a:pt x="853440" y="518160"/>
                    </a:lnTo>
                    <a:lnTo>
                      <a:pt x="701040" y="495300"/>
                    </a:lnTo>
                    <a:lnTo>
                      <a:pt x="647700" y="518160"/>
                    </a:lnTo>
                    <a:lnTo>
                      <a:pt x="647700" y="533400"/>
                    </a:lnTo>
                    <a:lnTo>
                      <a:pt x="441960" y="441960"/>
                    </a:lnTo>
                    <a:lnTo>
                      <a:pt x="358140" y="495300"/>
                    </a:lnTo>
                    <a:lnTo>
                      <a:pt x="320040" y="541020"/>
                    </a:lnTo>
                    <a:lnTo>
                      <a:pt x="53340" y="586740"/>
                    </a:lnTo>
                    <a:lnTo>
                      <a:pt x="0" y="594360"/>
                    </a:lnTo>
                    <a:lnTo>
                      <a:pt x="15240" y="670560"/>
                    </a:lnTo>
                    <a:close/>
                  </a:path>
                </a:pathLst>
              </a:cu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65"/>
              <p:cNvSpPr/>
              <p:nvPr/>
            </p:nvSpPr>
            <p:spPr>
              <a:xfrm>
                <a:off x="3413760" y="-9547860"/>
                <a:ext cx="3467100" cy="678180"/>
              </a:xfrm>
              <a:custGeom>
                <a:avLst/>
                <a:gdLst>
                  <a:gd name="connsiteX0" fmla="*/ 15240 w 3467100"/>
                  <a:gd name="connsiteY0" fmla="*/ 670560 h 678180"/>
                  <a:gd name="connsiteX1" fmla="*/ 3467100 w 3467100"/>
                  <a:gd name="connsiteY1" fmla="*/ 678180 h 678180"/>
                  <a:gd name="connsiteX2" fmla="*/ 3459480 w 3467100"/>
                  <a:gd name="connsiteY2" fmla="*/ 0 h 678180"/>
                  <a:gd name="connsiteX3" fmla="*/ 3215640 w 3467100"/>
                  <a:gd name="connsiteY3" fmla="*/ 45720 h 678180"/>
                  <a:gd name="connsiteX4" fmla="*/ 3070860 w 3467100"/>
                  <a:gd name="connsiteY4" fmla="*/ 175260 h 678180"/>
                  <a:gd name="connsiteX5" fmla="*/ 2948940 w 3467100"/>
                  <a:gd name="connsiteY5" fmla="*/ 419100 h 678180"/>
                  <a:gd name="connsiteX6" fmla="*/ 2842260 w 3467100"/>
                  <a:gd name="connsiteY6" fmla="*/ 289560 h 678180"/>
                  <a:gd name="connsiteX7" fmla="*/ 2705100 w 3467100"/>
                  <a:gd name="connsiteY7" fmla="*/ 266700 h 678180"/>
                  <a:gd name="connsiteX8" fmla="*/ 2628900 w 3467100"/>
                  <a:gd name="connsiteY8" fmla="*/ 365760 h 678180"/>
                  <a:gd name="connsiteX9" fmla="*/ 2583180 w 3467100"/>
                  <a:gd name="connsiteY9" fmla="*/ 434340 h 678180"/>
                  <a:gd name="connsiteX10" fmla="*/ 2468880 w 3467100"/>
                  <a:gd name="connsiteY10" fmla="*/ 259080 h 678180"/>
                  <a:gd name="connsiteX11" fmla="*/ 2270760 w 3467100"/>
                  <a:gd name="connsiteY11" fmla="*/ 198120 h 678180"/>
                  <a:gd name="connsiteX12" fmla="*/ 2034540 w 3467100"/>
                  <a:gd name="connsiteY12" fmla="*/ 167640 h 678180"/>
                  <a:gd name="connsiteX13" fmla="*/ 2042160 w 3467100"/>
                  <a:gd name="connsiteY13" fmla="*/ 213360 h 678180"/>
                  <a:gd name="connsiteX14" fmla="*/ 1790700 w 3467100"/>
                  <a:gd name="connsiteY14" fmla="*/ 312420 h 678180"/>
                  <a:gd name="connsiteX15" fmla="*/ 1783080 w 3467100"/>
                  <a:gd name="connsiteY15" fmla="*/ 403860 h 678180"/>
                  <a:gd name="connsiteX16" fmla="*/ 1699260 w 3467100"/>
                  <a:gd name="connsiteY16" fmla="*/ 441960 h 678180"/>
                  <a:gd name="connsiteX17" fmla="*/ 1592580 w 3467100"/>
                  <a:gd name="connsiteY17" fmla="*/ 327660 h 678180"/>
                  <a:gd name="connsiteX18" fmla="*/ 1424940 w 3467100"/>
                  <a:gd name="connsiteY18" fmla="*/ 327660 h 678180"/>
                  <a:gd name="connsiteX19" fmla="*/ 1249680 w 3467100"/>
                  <a:gd name="connsiteY19" fmla="*/ 441960 h 678180"/>
                  <a:gd name="connsiteX20" fmla="*/ 1120140 w 3467100"/>
                  <a:gd name="connsiteY20" fmla="*/ 381000 h 678180"/>
                  <a:gd name="connsiteX21" fmla="*/ 998220 w 3467100"/>
                  <a:gd name="connsiteY21" fmla="*/ 403860 h 678180"/>
                  <a:gd name="connsiteX22" fmla="*/ 914400 w 3467100"/>
                  <a:gd name="connsiteY22" fmla="*/ 449580 h 678180"/>
                  <a:gd name="connsiteX23" fmla="*/ 853440 w 3467100"/>
                  <a:gd name="connsiteY23" fmla="*/ 518160 h 678180"/>
                  <a:gd name="connsiteX24" fmla="*/ 701040 w 3467100"/>
                  <a:gd name="connsiteY24" fmla="*/ 495300 h 678180"/>
                  <a:gd name="connsiteX25" fmla="*/ 647700 w 3467100"/>
                  <a:gd name="connsiteY25" fmla="*/ 518160 h 678180"/>
                  <a:gd name="connsiteX26" fmla="*/ 647700 w 3467100"/>
                  <a:gd name="connsiteY26" fmla="*/ 533400 h 678180"/>
                  <a:gd name="connsiteX27" fmla="*/ 441960 w 3467100"/>
                  <a:gd name="connsiteY27" fmla="*/ 441960 h 678180"/>
                  <a:gd name="connsiteX28" fmla="*/ 358140 w 3467100"/>
                  <a:gd name="connsiteY28" fmla="*/ 495300 h 678180"/>
                  <a:gd name="connsiteX29" fmla="*/ 320040 w 3467100"/>
                  <a:gd name="connsiteY29" fmla="*/ 541020 h 678180"/>
                  <a:gd name="connsiteX30" fmla="*/ 53340 w 3467100"/>
                  <a:gd name="connsiteY30" fmla="*/ 586740 h 678180"/>
                  <a:gd name="connsiteX31" fmla="*/ 0 w 3467100"/>
                  <a:gd name="connsiteY31" fmla="*/ 594360 h 678180"/>
                  <a:gd name="connsiteX32" fmla="*/ 15240 w 3467100"/>
                  <a:gd name="connsiteY32" fmla="*/ 670560 h 678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467100" h="678180">
                    <a:moveTo>
                      <a:pt x="15240" y="670560"/>
                    </a:moveTo>
                    <a:lnTo>
                      <a:pt x="3467100" y="678180"/>
                    </a:lnTo>
                    <a:lnTo>
                      <a:pt x="3459480" y="0"/>
                    </a:lnTo>
                    <a:lnTo>
                      <a:pt x="3215640" y="45720"/>
                    </a:lnTo>
                    <a:lnTo>
                      <a:pt x="3070860" y="175260"/>
                    </a:lnTo>
                    <a:lnTo>
                      <a:pt x="2948940" y="419100"/>
                    </a:lnTo>
                    <a:lnTo>
                      <a:pt x="2842260" y="289560"/>
                    </a:lnTo>
                    <a:lnTo>
                      <a:pt x="2705100" y="266700"/>
                    </a:lnTo>
                    <a:lnTo>
                      <a:pt x="2628900" y="365760"/>
                    </a:lnTo>
                    <a:lnTo>
                      <a:pt x="2583180" y="434340"/>
                    </a:lnTo>
                    <a:lnTo>
                      <a:pt x="2468880" y="259080"/>
                    </a:lnTo>
                    <a:lnTo>
                      <a:pt x="2270760" y="198120"/>
                    </a:lnTo>
                    <a:lnTo>
                      <a:pt x="2034540" y="167640"/>
                    </a:lnTo>
                    <a:lnTo>
                      <a:pt x="2042160" y="213360"/>
                    </a:lnTo>
                    <a:lnTo>
                      <a:pt x="1790700" y="312420"/>
                    </a:lnTo>
                    <a:lnTo>
                      <a:pt x="1783080" y="403860"/>
                    </a:lnTo>
                    <a:lnTo>
                      <a:pt x="1699260" y="441960"/>
                    </a:lnTo>
                    <a:lnTo>
                      <a:pt x="1592580" y="327660"/>
                    </a:lnTo>
                    <a:lnTo>
                      <a:pt x="1424940" y="327660"/>
                    </a:lnTo>
                    <a:lnTo>
                      <a:pt x="1249680" y="441960"/>
                    </a:lnTo>
                    <a:lnTo>
                      <a:pt x="1120140" y="381000"/>
                    </a:lnTo>
                    <a:lnTo>
                      <a:pt x="998220" y="403860"/>
                    </a:lnTo>
                    <a:lnTo>
                      <a:pt x="914400" y="449580"/>
                    </a:lnTo>
                    <a:lnTo>
                      <a:pt x="853440" y="518160"/>
                    </a:lnTo>
                    <a:lnTo>
                      <a:pt x="701040" y="495300"/>
                    </a:lnTo>
                    <a:lnTo>
                      <a:pt x="647700" y="518160"/>
                    </a:lnTo>
                    <a:lnTo>
                      <a:pt x="647700" y="533400"/>
                    </a:lnTo>
                    <a:lnTo>
                      <a:pt x="441960" y="441960"/>
                    </a:lnTo>
                    <a:lnTo>
                      <a:pt x="358140" y="495300"/>
                    </a:lnTo>
                    <a:lnTo>
                      <a:pt x="320040" y="541020"/>
                    </a:lnTo>
                    <a:lnTo>
                      <a:pt x="53340" y="586740"/>
                    </a:lnTo>
                    <a:lnTo>
                      <a:pt x="0" y="594360"/>
                    </a:lnTo>
                    <a:lnTo>
                      <a:pt x="15240" y="670560"/>
                    </a:lnTo>
                    <a:close/>
                  </a:path>
                </a:pathLst>
              </a:custGeom>
              <a:solidFill>
                <a:srgbClr val="00B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TextBox 36"/>
            <p:cNvSpPr txBox="1"/>
            <p:nvPr/>
          </p:nvSpPr>
          <p:spPr>
            <a:xfrm>
              <a:off x="3524130" y="4396105"/>
              <a:ext cx="1013970"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67" name="组合 66"/>
          <p:cNvGrpSpPr/>
          <p:nvPr/>
        </p:nvGrpSpPr>
        <p:grpSpPr>
          <a:xfrm>
            <a:off x="4718335" y="3499670"/>
            <a:ext cx="963053" cy="1232320"/>
            <a:chOff x="4718335" y="3408895"/>
            <a:chExt cx="963053" cy="1232320"/>
          </a:xfrm>
        </p:grpSpPr>
        <p:grpSp>
          <p:nvGrpSpPr>
            <p:cNvPr id="68" name="组合 67"/>
            <p:cNvGrpSpPr/>
            <p:nvPr/>
          </p:nvGrpSpPr>
          <p:grpSpPr>
            <a:xfrm>
              <a:off x="4718335" y="3408895"/>
              <a:ext cx="963053" cy="963053"/>
              <a:chOff x="4718335" y="3408895"/>
              <a:chExt cx="963053" cy="963053"/>
            </a:xfrm>
          </p:grpSpPr>
          <p:sp>
            <p:nvSpPr>
              <p:cNvPr id="70" name="椭圆 69"/>
              <p:cNvSpPr/>
              <p:nvPr/>
            </p:nvSpPr>
            <p:spPr>
              <a:xfrm>
                <a:off x="4718335"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1" name="组合 70"/>
              <p:cNvGrpSpPr/>
              <p:nvPr/>
            </p:nvGrpSpPr>
            <p:grpSpPr>
              <a:xfrm>
                <a:off x="5032502" y="3574946"/>
                <a:ext cx="469644" cy="660501"/>
                <a:chOff x="985407" y="-380578"/>
                <a:chExt cx="1269922" cy="1786000"/>
              </a:xfrm>
            </p:grpSpPr>
            <p:sp>
              <p:nvSpPr>
                <p:cNvPr id="72" name="矩形 71"/>
                <p:cNvSpPr/>
                <p:nvPr/>
              </p:nvSpPr>
              <p:spPr>
                <a:xfrm rot="19206286">
                  <a:off x="1124633" y="496942"/>
                  <a:ext cx="207067" cy="201385"/>
                </a:xfrm>
                <a:prstGeom prst="rect">
                  <a:avLst/>
                </a:prstGeom>
                <a:solidFill>
                  <a:schemeClr val="tx1">
                    <a:lumMod val="65000"/>
                    <a:lumOff val="35000"/>
                  </a:schemeClr>
                </a:solid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118"/>
                <p:cNvSpPr/>
                <p:nvPr/>
              </p:nvSpPr>
              <p:spPr>
                <a:xfrm rot="18762049">
                  <a:off x="332972" y="511393"/>
                  <a:ext cx="1546464" cy="241594"/>
                </a:xfrm>
                <a:custGeom>
                  <a:avLst/>
                  <a:gdLst>
                    <a:gd name="connsiteX0" fmla="*/ 0 w 207067"/>
                    <a:gd name="connsiteY0" fmla="*/ 0 h 201385"/>
                    <a:gd name="connsiteX1" fmla="*/ 207067 w 207067"/>
                    <a:gd name="connsiteY1" fmla="*/ 0 h 201385"/>
                    <a:gd name="connsiteX2" fmla="*/ 207067 w 207067"/>
                    <a:gd name="connsiteY2" fmla="*/ 201385 h 201385"/>
                    <a:gd name="connsiteX3" fmla="*/ 0 w 207067"/>
                    <a:gd name="connsiteY3" fmla="*/ 201385 h 201385"/>
                    <a:gd name="connsiteX4" fmla="*/ 0 w 207067"/>
                    <a:gd name="connsiteY4" fmla="*/ 0 h 201385"/>
                    <a:gd name="connsiteX0-1" fmla="*/ 0 w 207067"/>
                    <a:gd name="connsiteY0-2" fmla="*/ 0 h 201385"/>
                    <a:gd name="connsiteX1-3" fmla="*/ 207067 w 207067"/>
                    <a:gd name="connsiteY1-4" fmla="*/ 201385 h 201385"/>
                    <a:gd name="connsiteX2-5" fmla="*/ 0 w 207067"/>
                    <a:gd name="connsiteY2-6" fmla="*/ 201385 h 201385"/>
                    <a:gd name="connsiteX3-7" fmla="*/ 0 w 207067"/>
                    <a:gd name="connsiteY3-8" fmla="*/ 0 h 201385"/>
                    <a:gd name="connsiteX0-9" fmla="*/ 0 w 328536"/>
                    <a:gd name="connsiteY0-10" fmla="*/ 0 h 201385"/>
                    <a:gd name="connsiteX1-11" fmla="*/ 328536 w 328536"/>
                    <a:gd name="connsiteY1-12" fmla="*/ 122913 h 201385"/>
                    <a:gd name="connsiteX2-13" fmla="*/ 0 w 328536"/>
                    <a:gd name="connsiteY2-14" fmla="*/ 201385 h 201385"/>
                    <a:gd name="connsiteX3-15" fmla="*/ 0 w 328536"/>
                    <a:gd name="connsiteY3-16" fmla="*/ 0 h 201385"/>
                    <a:gd name="connsiteX0-17" fmla="*/ 0 w 1410707"/>
                    <a:gd name="connsiteY0-18" fmla="*/ 0 h 239244"/>
                    <a:gd name="connsiteX1-19" fmla="*/ 1410707 w 1410707"/>
                    <a:gd name="connsiteY1-20" fmla="*/ 239244 h 239244"/>
                    <a:gd name="connsiteX2-21" fmla="*/ 0 w 1410707"/>
                    <a:gd name="connsiteY2-22" fmla="*/ 201385 h 239244"/>
                    <a:gd name="connsiteX3-23" fmla="*/ 0 w 1410707"/>
                    <a:gd name="connsiteY3-24" fmla="*/ 0 h 239244"/>
                    <a:gd name="connsiteX0-25" fmla="*/ 71424 w 1482131"/>
                    <a:gd name="connsiteY0-26" fmla="*/ 0 h 239244"/>
                    <a:gd name="connsiteX1-27" fmla="*/ 1482131 w 1482131"/>
                    <a:gd name="connsiteY1-28" fmla="*/ 239244 h 239244"/>
                    <a:gd name="connsiteX2-29" fmla="*/ 71424 w 1482131"/>
                    <a:gd name="connsiteY2-30" fmla="*/ 201385 h 239244"/>
                    <a:gd name="connsiteX3-31" fmla="*/ 71424 w 1482131"/>
                    <a:gd name="connsiteY3-32" fmla="*/ 0 h 239244"/>
                    <a:gd name="connsiteX0-33" fmla="*/ 120956 w 1531663"/>
                    <a:gd name="connsiteY0-34" fmla="*/ 0 h 239244"/>
                    <a:gd name="connsiteX1-35" fmla="*/ 1531663 w 1531663"/>
                    <a:gd name="connsiteY1-36" fmla="*/ 239244 h 239244"/>
                    <a:gd name="connsiteX2-37" fmla="*/ 120956 w 1531663"/>
                    <a:gd name="connsiteY2-38" fmla="*/ 201385 h 239244"/>
                    <a:gd name="connsiteX3-39" fmla="*/ 120956 w 1531663"/>
                    <a:gd name="connsiteY3-40" fmla="*/ 0 h 239244"/>
                    <a:gd name="connsiteX0-41" fmla="*/ 111825 w 1522532"/>
                    <a:gd name="connsiteY0-42" fmla="*/ 0 h 239244"/>
                    <a:gd name="connsiteX1-43" fmla="*/ 1522532 w 1522532"/>
                    <a:gd name="connsiteY1-44" fmla="*/ 239244 h 239244"/>
                    <a:gd name="connsiteX2-45" fmla="*/ 111825 w 1522532"/>
                    <a:gd name="connsiteY2-46" fmla="*/ 201385 h 239244"/>
                    <a:gd name="connsiteX3-47" fmla="*/ 111825 w 1522532"/>
                    <a:gd name="connsiteY3-48" fmla="*/ 0 h 239244"/>
                    <a:gd name="connsiteX0-49" fmla="*/ 113938 w 1524645"/>
                    <a:gd name="connsiteY0-50" fmla="*/ 2068 h 241312"/>
                    <a:gd name="connsiteX1-51" fmla="*/ 1524645 w 1524645"/>
                    <a:gd name="connsiteY1-52" fmla="*/ 241312 h 241312"/>
                    <a:gd name="connsiteX2-53" fmla="*/ 113938 w 1524645"/>
                    <a:gd name="connsiteY2-54" fmla="*/ 203453 h 241312"/>
                    <a:gd name="connsiteX3-55" fmla="*/ 113938 w 1524645"/>
                    <a:gd name="connsiteY3-56" fmla="*/ 2068 h 241312"/>
                    <a:gd name="connsiteX0-57" fmla="*/ 135757 w 1546464"/>
                    <a:gd name="connsiteY0-58" fmla="*/ 2350 h 241594"/>
                    <a:gd name="connsiteX1-59" fmla="*/ 1546464 w 1546464"/>
                    <a:gd name="connsiteY1-60" fmla="*/ 241594 h 241594"/>
                    <a:gd name="connsiteX2-61" fmla="*/ 135757 w 1546464"/>
                    <a:gd name="connsiteY2-62" fmla="*/ 203735 h 241594"/>
                    <a:gd name="connsiteX3-63" fmla="*/ 135757 w 1546464"/>
                    <a:gd name="connsiteY3-64" fmla="*/ 2350 h 241594"/>
                  </a:gdLst>
                  <a:ahLst/>
                  <a:cxnLst>
                    <a:cxn ang="0">
                      <a:pos x="connsiteX0-1" y="connsiteY0-2"/>
                    </a:cxn>
                    <a:cxn ang="0">
                      <a:pos x="connsiteX1-3" y="connsiteY1-4"/>
                    </a:cxn>
                    <a:cxn ang="0">
                      <a:pos x="connsiteX2-5" y="connsiteY2-6"/>
                    </a:cxn>
                    <a:cxn ang="0">
                      <a:pos x="connsiteX3-7" y="connsiteY3-8"/>
                    </a:cxn>
                  </a:cxnLst>
                  <a:rect l="l" t="t" r="r" b="b"/>
                  <a:pathLst>
                    <a:path w="1546464" h="241594">
                      <a:moveTo>
                        <a:pt x="135757" y="2350"/>
                      </a:moveTo>
                      <a:lnTo>
                        <a:pt x="1546464" y="241594"/>
                      </a:lnTo>
                      <a:lnTo>
                        <a:pt x="135757" y="203735"/>
                      </a:lnTo>
                      <a:cubicBezTo>
                        <a:pt x="-58519" y="175938"/>
                        <a:pt x="-31482" y="-23775"/>
                        <a:pt x="135757" y="2350"/>
                      </a:cubicBezTo>
                      <a:close/>
                    </a:path>
                  </a:pathLst>
                </a:custGeom>
                <a:solidFill>
                  <a:schemeClr val="tx1">
                    <a:lumMod val="65000"/>
                    <a:lumOff val="35000"/>
                  </a:schemeClr>
                </a:solid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103201" y="-380578"/>
                  <a:ext cx="1152128" cy="1152128"/>
                </a:xfrm>
                <a:prstGeom prst="ellipse">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9" name="TextBox 68"/>
            <p:cNvSpPr txBox="1"/>
            <p:nvPr/>
          </p:nvSpPr>
          <p:spPr>
            <a:xfrm>
              <a:off x="4786119" y="4396105"/>
              <a:ext cx="827214"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75" name="组合 74"/>
          <p:cNvGrpSpPr/>
          <p:nvPr/>
        </p:nvGrpSpPr>
        <p:grpSpPr>
          <a:xfrm>
            <a:off x="5940152" y="3499670"/>
            <a:ext cx="963053" cy="1232320"/>
            <a:chOff x="5940152" y="3408895"/>
            <a:chExt cx="963053" cy="1232320"/>
          </a:xfrm>
        </p:grpSpPr>
        <p:sp>
          <p:nvSpPr>
            <p:cNvPr id="76" name="椭圆 75"/>
            <p:cNvSpPr/>
            <p:nvPr/>
          </p:nvSpPr>
          <p:spPr>
            <a:xfrm>
              <a:off x="5940152"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7" name="组合 76"/>
            <p:cNvGrpSpPr/>
            <p:nvPr/>
          </p:nvGrpSpPr>
          <p:grpSpPr>
            <a:xfrm>
              <a:off x="6139113" y="3534247"/>
              <a:ext cx="592624" cy="718339"/>
              <a:chOff x="6139113" y="3534247"/>
              <a:chExt cx="592624" cy="718339"/>
            </a:xfrm>
          </p:grpSpPr>
          <p:grpSp>
            <p:nvGrpSpPr>
              <p:cNvPr id="79" name="组合 78"/>
              <p:cNvGrpSpPr/>
              <p:nvPr/>
            </p:nvGrpSpPr>
            <p:grpSpPr>
              <a:xfrm>
                <a:off x="6139113" y="3566690"/>
                <a:ext cx="592624" cy="685896"/>
                <a:chOff x="-3334488" y="1889538"/>
                <a:chExt cx="4289663" cy="4964820"/>
              </a:xfrm>
            </p:grpSpPr>
            <p:sp>
              <p:nvSpPr>
                <p:cNvPr id="81" name="任意多边形 80"/>
                <p:cNvSpPr/>
                <p:nvPr/>
              </p:nvSpPr>
              <p:spPr>
                <a:xfrm>
                  <a:off x="-3334488" y="1889538"/>
                  <a:ext cx="4289663" cy="4964820"/>
                </a:xfrm>
                <a:custGeom>
                  <a:avLst/>
                  <a:gdLst>
                    <a:gd name="connsiteX0" fmla="*/ 238125 w 507206"/>
                    <a:gd name="connsiteY0" fmla="*/ 409575 h 409575"/>
                    <a:gd name="connsiteX1" fmla="*/ 488156 w 507206"/>
                    <a:gd name="connsiteY1" fmla="*/ 309562 h 409575"/>
                    <a:gd name="connsiteX2" fmla="*/ 507206 w 507206"/>
                    <a:gd name="connsiteY2" fmla="*/ 204787 h 409575"/>
                    <a:gd name="connsiteX3" fmla="*/ 33338 w 507206"/>
                    <a:gd name="connsiteY3" fmla="*/ 0 h 409575"/>
                    <a:gd name="connsiteX4" fmla="*/ 0 w 507206"/>
                    <a:gd name="connsiteY4" fmla="*/ 161925 h 409575"/>
                    <a:gd name="connsiteX5" fmla="*/ 14288 w 507206"/>
                    <a:gd name="connsiteY5" fmla="*/ 192881 h 409575"/>
                    <a:gd name="connsiteX6" fmla="*/ 38100 w 507206"/>
                    <a:gd name="connsiteY6" fmla="*/ 230981 h 409575"/>
                    <a:gd name="connsiteX7" fmla="*/ 180975 w 507206"/>
                    <a:gd name="connsiteY7" fmla="*/ 295275 h 409575"/>
                    <a:gd name="connsiteX8" fmla="*/ 238125 w 507206"/>
                    <a:gd name="connsiteY8" fmla="*/ 409575 h 409575"/>
                    <a:gd name="connsiteX0-1" fmla="*/ 238125 w 617421"/>
                    <a:gd name="connsiteY0-2" fmla="*/ 589466 h 589466"/>
                    <a:gd name="connsiteX1-3" fmla="*/ 488156 w 617421"/>
                    <a:gd name="connsiteY1-4" fmla="*/ 489453 h 589466"/>
                    <a:gd name="connsiteX2-5" fmla="*/ 507206 w 617421"/>
                    <a:gd name="connsiteY2-6" fmla="*/ 384678 h 589466"/>
                    <a:gd name="connsiteX3-7" fmla="*/ 33338 w 617421"/>
                    <a:gd name="connsiteY3-8" fmla="*/ 179891 h 589466"/>
                    <a:gd name="connsiteX4-9" fmla="*/ 0 w 617421"/>
                    <a:gd name="connsiteY4-10" fmla="*/ 341816 h 589466"/>
                    <a:gd name="connsiteX5-11" fmla="*/ 14288 w 617421"/>
                    <a:gd name="connsiteY5-12" fmla="*/ 372772 h 589466"/>
                    <a:gd name="connsiteX6-13" fmla="*/ 38100 w 617421"/>
                    <a:gd name="connsiteY6-14" fmla="*/ 410872 h 589466"/>
                    <a:gd name="connsiteX7-15" fmla="*/ 180975 w 617421"/>
                    <a:gd name="connsiteY7-16" fmla="*/ 475166 h 589466"/>
                    <a:gd name="connsiteX8-17" fmla="*/ 238125 w 617421"/>
                    <a:gd name="connsiteY8-18" fmla="*/ 589466 h 589466"/>
                    <a:gd name="connsiteX0-19" fmla="*/ 238125 w 588535"/>
                    <a:gd name="connsiteY0-20" fmla="*/ 760418 h 760418"/>
                    <a:gd name="connsiteX1-21" fmla="*/ 488156 w 588535"/>
                    <a:gd name="connsiteY1-22" fmla="*/ 660405 h 760418"/>
                    <a:gd name="connsiteX2-23" fmla="*/ 507206 w 588535"/>
                    <a:gd name="connsiteY2-24" fmla="*/ 555630 h 760418"/>
                    <a:gd name="connsiteX3-25" fmla="*/ 33338 w 588535"/>
                    <a:gd name="connsiteY3-26" fmla="*/ 350843 h 760418"/>
                    <a:gd name="connsiteX4-27" fmla="*/ 0 w 588535"/>
                    <a:gd name="connsiteY4-28" fmla="*/ 512768 h 760418"/>
                    <a:gd name="connsiteX5-29" fmla="*/ 14288 w 588535"/>
                    <a:gd name="connsiteY5-30" fmla="*/ 543724 h 760418"/>
                    <a:gd name="connsiteX6-31" fmla="*/ 38100 w 588535"/>
                    <a:gd name="connsiteY6-32" fmla="*/ 581824 h 760418"/>
                    <a:gd name="connsiteX7-33" fmla="*/ 180975 w 588535"/>
                    <a:gd name="connsiteY7-34" fmla="*/ 646118 h 760418"/>
                    <a:gd name="connsiteX8-35" fmla="*/ 238125 w 588535"/>
                    <a:gd name="connsiteY8-36" fmla="*/ 760418 h 760418"/>
                    <a:gd name="connsiteX0-37" fmla="*/ 238125 w 622832"/>
                    <a:gd name="connsiteY0-38" fmla="*/ 716305 h 716305"/>
                    <a:gd name="connsiteX1-39" fmla="*/ 488156 w 622832"/>
                    <a:gd name="connsiteY1-40" fmla="*/ 616292 h 716305"/>
                    <a:gd name="connsiteX2-41" fmla="*/ 507206 w 622832"/>
                    <a:gd name="connsiteY2-42" fmla="*/ 511517 h 716305"/>
                    <a:gd name="connsiteX3-43" fmla="*/ 33338 w 622832"/>
                    <a:gd name="connsiteY3-44" fmla="*/ 306730 h 716305"/>
                    <a:gd name="connsiteX4-45" fmla="*/ 0 w 622832"/>
                    <a:gd name="connsiteY4-46" fmla="*/ 468655 h 716305"/>
                    <a:gd name="connsiteX5-47" fmla="*/ 14288 w 622832"/>
                    <a:gd name="connsiteY5-48" fmla="*/ 499611 h 716305"/>
                    <a:gd name="connsiteX6-49" fmla="*/ 38100 w 622832"/>
                    <a:gd name="connsiteY6-50" fmla="*/ 537711 h 716305"/>
                    <a:gd name="connsiteX7-51" fmla="*/ 180975 w 622832"/>
                    <a:gd name="connsiteY7-52" fmla="*/ 602005 h 716305"/>
                    <a:gd name="connsiteX8-53" fmla="*/ 238125 w 622832"/>
                    <a:gd name="connsiteY8-54" fmla="*/ 716305 h 716305"/>
                    <a:gd name="connsiteX0-55" fmla="*/ 238125 w 624991"/>
                    <a:gd name="connsiteY0-56" fmla="*/ 745653 h 745653"/>
                    <a:gd name="connsiteX1-57" fmla="*/ 488156 w 624991"/>
                    <a:gd name="connsiteY1-58" fmla="*/ 645640 h 745653"/>
                    <a:gd name="connsiteX2-59" fmla="*/ 507206 w 624991"/>
                    <a:gd name="connsiteY2-60" fmla="*/ 540865 h 745653"/>
                    <a:gd name="connsiteX3-61" fmla="*/ 33338 w 624991"/>
                    <a:gd name="connsiteY3-62" fmla="*/ 336078 h 745653"/>
                    <a:gd name="connsiteX4-63" fmla="*/ 0 w 624991"/>
                    <a:gd name="connsiteY4-64" fmla="*/ 498003 h 745653"/>
                    <a:gd name="connsiteX5-65" fmla="*/ 14288 w 624991"/>
                    <a:gd name="connsiteY5-66" fmla="*/ 528959 h 745653"/>
                    <a:gd name="connsiteX6-67" fmla="*/ 38100 w 624991"/>
                    <a:gd name="connsiteY6-68" fmla="*/ 567059 h 745653"/>
                    <a:gd name="connsiteX7-69" fmla="*/ 180975 w 624991"/>
                    <a:gd name="connsiteY7-70" fmla="*/ 631353 h 745653"/>
                    <a:gd name="connsiteX8-71" fmla="*/ 238125 w 624991"/>
                    <a:gd name="connsiteY8-72" fmla="*/ 745653 h 745653"/>
                    <a:gd name="connsiteX0-73" fmla="*/ 241206 w 628072"/>
                    <a:gd name="connsiteY0-74" fmla="*/ 745653 h 745653"/>
                    <a:gd name="connsiteX1-75" fmla="*/ 491237 w 628072"/>
                    <a:gd name="connsiteY1-76" fmla="*/ 645640 h 745653"/>
                    <a:gd name="connsiteX2-77" fmla="*/ 510287 w 628072"/>
                    <a:gd name="connsiteY2-78" fmla="*/ 540865 h 745653"/>
                    <a:gd name="connsiteX3-79" fmla="*/ 36419 w 628072"/>
                    <a:gd name="connsiteY3-80" fmla="*/ 336078 h 745653"/>
                    <a:gd name="connsiteX4-81" fmla="*/ 3081 w 628072"/>
                    <a:gd name="connsiteY4-82" fmla="*/ 498003 h 745653"/>
                    <a:gd name="connsiteX5-83" fmla="*/ 17369 w 628072"/>
                    <a:gd name="connsiteY5-84" fmla="*/ 528959 h 745653"/>
                    <a:gd name="connsiteX6-85" fmla="*/ 41181 w 628072"/>
                    <a:gd name="connsiteY6-86" fmla="*/ 567059 h 745653"/>
                    <a:gd name="connsiteX7-87" fmla="*/ 184056 w 628072"/>
                    <a:gd name="connsiteY7-88" fmla="*/ 631353 h 745653"/>
                    <a:gd name="connsiteX8-89" fmla="*/ 241206 w 628072"/>
                    <a:gd name="connsiteY8-90" fmla="*/ 745653 h 745653"/>
                    <a:gd name="connsiteX0-91" fmla="*/ 275016 w 661882"/>
                    <a:gd name="connsiteY0-92" fmla="*/ 745653 h 745653"/>
                    <a:gd name="connsiteX1-93" fmla="*/ 525047 w 661882"/>
                    <a:gd name="connsiteY1-94" fmla="*/ 645640 h 745653"/>
                    <a:gd name="connsiteX2-95" fmla="*/ 544097 w 661882"/>
                    <a:gd name="connsiteY2-96" fmla="*/ 540865 h 745653"/>
                    <a:gd name="connsiteX3-97" fmla="*/ 70229 w 661882"/>
                    <a:gd name="connsiteY3-98" fmla="*/ 336078 h 745653"/>
                    <a:gd name="connsiteX4-99" fmla="*/ 36891 w 661882"/>
                    <a:gd name="connsiteY4-100" fmla="*/ 498003 h 745653"/>
                    <a:gd name="connsiteX5-101" fmla="*/ 51179 w 661882"/>
                    <a:gd name="connsiteY5-102" fmla="*/ 528959 h 745653"/>
                    <a:gd name="connsiteX6-103" fmla="*/ 74991 w 661882"/>
                    <a:gd name="connsiteY6-104" fmla="*/ 567059 h 745653"/>
                    <a:gd name="connsiteX7-105" fmla="*/ 217866 w 661882"/>
                    <a:gd name="connsiteY7-106" fmla="*/ 631353 h 745653"/>
                    <a:gd name="connsiteX8-107" fmla="*/ 275016 w 661882"/>
                    <a:gd name="connsiteY8-108" fmla="*/ 745653 h 745653"/>
                    <a:gd name="connsiteX0-109" fmla="*/ 263695 w 650561"/>
                    <a:gd name="connsiteY0-110" fmla="*/ 745653 h 745653"/>
                    <a:gd name="connsiteX1-111" fmla="*/ 513726 w 650561"/>
                    <a:gd name="connsiteY1-112" fmla="*/ 645640 h 745653"/>
                    <a:gd name="connsiteX2-113" fmla="*/ 532776 w 650561"/>
                    <a:gd name="connsiteY2-114" fmla="*/ 540865 h 745653"/>
                    <a:gd name="connsiteX3-115" fmla="*/ 58908 w 650561"/>
                    <a:gd name="connsiteY3-116" fmla="*/ 336078 h 745653"/>
                    <a:gd name="connsiteX4-117" fmla="*/ 25570 w 650561"/>
                    <a:gd name="connsiteY4-118" fmla="*/ 498003 h 745653"/>
                    <a:gd name="connsiteX5-119" fmla="*/ 39858 w 650561"/>
                    <a:gd name="connsiteY5-120" fmla="*/ 528959 h 745653"/>
                    <a:gd name="connsiteX6-121" fmla="*/ 63670 w 650561"/>
                    <a:gd name="connsiteY6-122" fmla="*/ 567059 h 745653"/>
                    <a:gd name="connsiteX7-123" fmla="*/ 206545 w 650561"/>
                    <a:gd name="connsiteY7-124" fmla="*/ 631353 h 745653"/>
                    <a:gd name="connsiteX8-125" fmla="*/ 263695 w 650561"/>
                    <a:gd name="connsiteY8-126" fmla="*/ 745653 h 745653"/>
                    <a:gd name="connsiteX0-127" fmla="*/ 270904 w 657770"/>
                    <a:gd name="connsiteY0-128" fmla="*/ 745653 h 745653"/>
                    <a:gd name="connsiteX1-129" fmla="*/ 520935 w 657770"/>
                    <a:gd name="connsiteY1-130" fmla="*/ 645640 h 745653"/>
                    <a:gd name="connsiteX2-131" fmla="*/ 539985 w 657770"/>
                    <a:gd name="connsiteY2-132" fmla="*/ 540865 h 745653"/>
                    <a:gd name="connsiteX3-133" fmla="*/ 66117 w 657770"/>
                    <a:gd name="connsiteY3-134" fmla="*/ 336078 h 745653"/>
                    <a:gd name="connsiteX4-135" fmla="*/ 32779 w 657770"/>
                    <a:gd name="connsiteY4-136" fmla="*/ 498003 h 745653"/>
                    <a:gd name="connsiteX5-137" fmla="*/ 47067 w 657770"/>
                    <a:gd name="connsiteY5-138" fmla="*/ 528959 h 745653"/>
                    <a:gd name="connsiteX6-139" fmla="*/ 70879 w 657770"/>
                    <a:gd name="connsiteY6-140" fmla="*/ 567059 h 745653"/>
                    <a:gd name="connsiteX7-141" fmla="*/ 213754 w 657770"/>
                    <a:gd name="connsiteY7-142" fmla="*/ 631353 h 745653"/>
                    <a:gd name="connsiteX8-143" fmla="*/ 270904 w 657770"/>
                    <a:gd name="connsiteY8-144" fmla="*/ 745653 h 745653"/>
                    <a:gd name="connsiteX0-145" fmla="*/ 267967 w 654833"/>
                    <a:gd name="connsiteY0-146" fmla="*/ 745653 h 745653"/>
                    <a:gd name="connsiteX1-147" fmla="*/ 517998 w 654833"/>
                    <a:gd name="connsiteY1-148" fmla="*/ 645640 h 745653"/>
                    <a:gd name="connsiteX2-149" fmla="*/ 537048 w 654833"/>
                    <a:gd name="connsiteY2-150" fmla="*/ 540865 h 745653"/>
                    <a:gd name="connsiteX3-151" fmla="*/ 63180 w 654833"/>
                    <a:gd name="connsiteY3-152" fmla="*/ 336078 h 745653"/>
                    <a:gd name="connsiteX4-153" fmla="*/ 29842 w 654833"/>
                    <a:gd name="connsiteY4-154" fmla="*/ 498003 h 745653"/>
                    <a:gd name="connsiteX5-155" fmla="*/ 44130 w 654833"/>
                    <a:gd name="connsiteY5-156" fmla="*/ 528959 h 745653"/>
                    <a:gd name="connsiteX6-157" fmla="*/ 67942 w 654833"/>
                    <a:gd name="connsiteY6-158" fmla="*/ 567059 h 745653"/>
                    <a:gd name="connsiteX7-159" fmla="*/ 210817 w 654833"/>
                    <a:gd name="connsiteY7-160" fmla="*/ 631353 h 745653"/>
                    <a:gd name="connsiteX8-161" fmla="*/ 267967 w 654833"/>
                    <a:gd name="connsiteY8-162" fmla="*/ 745653 h 745653"/>
                    <a:gd name="connsiteX0-163" fmla="*/ 277107 w 663973"/>
                    <a:gd name="connsiteY0-164" fmla="*/ 745653 h 745653"/>
                    <a:gd name="connsiteX1-165" fmla="*/ 527138 w 663973"/>
                    <a:gd name="connsiteY1-166" fmla="*/ 645640 h 745653"/>
                    <a:gd name="connsiteX2-167" fmla="*/ 546188 w 663973"/>
                    <a:gd name="connsiteY2-168" fmla="*/ 540865 h 745653"/>
                    <a:gd name="connsiteX3-169" fmla="*/ 72320 w 663973"/>
                    <a:gd name="connsiteY3-170" fmla="*/ 336078 h 745653"/>
                    <a:gd name="connsiteX4-171" fmla="*/ 38982 w 663973"/>
                    <a:gd name="connsiteY4-172" fmla="*/ 498003 h 745653"/>
                    <a:gd name="connsiteX5-173" fmla="*/ 53270 w 663973"/>
                    <a:gd name="connsiteY5-174" fmla="*/ 528959 h 745653"/>
                    <a:gd name="connsiteX6-175" fmla="*/ 77082 w 663973"/>
                    <a:gd name="connsiteY6-176" fmla="*/ 567059 h 745653"/>
                    <a:gd name="connsiteX7-177" fmla="*/ 219957 w 663973"/>
                    <a:gd name="connsiteY7-178" fmla="*/ 631353 h 745653"/>
                    <a:gd name="connsiteX8-179" fmla="*/ 277107 w 663973"/>
                    <a:gd name="connsiteY8-180" fmla="*/ 745653 h 745653"/>
                    <a:gd name="connsiteX0-181" fmla="*/ 270998 w 657864"/>
                    <a:gd name="connsiteY0-182" fmla="*/ 745653 h 745653"/>
                    <a:gd name="connsiteX1-183" fmla="*/ 521029 w 657864"/>
                    <a:gd name="connsiteY1-184" fmla="*/ 645640 h 745653"/>
                    <a:gd name="connsiteX2-185" fmla="*/ 540079 w 657864"/>
                    <a:gd name="connsiteY2-186" fmla="*/ 540865 h 745653"/>
                    <a:gd name="connsiteX3-187" fmla="*/ 66211 w 657864"/>
                    <a:gd name="connsiteY3-188" fmla="*/ 336078 h 745653"/>
                    <a:gd name="connsiteX4-189" fmla="*/ 32873 w 657864"/>
                    <a:gd name="connsiteY4-190" fmla="*/ 498003 h 745653"/>
                    <a:gd name="connsiteX5-191" fmla="*/ 47161 w 657864"/>
                    <a:gd name="connsiteY5-192" fmla="*/ 528959 h 745653"/>
                    <a:gd name="connsiteX6-193" fmla="*/ 70973 w 657864"/>
                    <a:gd name="connsiteY6-194" fmla="*/ 567059 h 745653"/>
                    <a:gd name="connsiteX7-195" fmla="*/ 213848 w 657864"/>
                    <a:gd name="connsiteY7-196" fmla="*/ 631353 h 745653"/>
                    <a:gd name="connsiteX8-197" fmla="*/ 270998 w 657864"/>
                    <a:gd name="connsiteY8-198" fmla="*/ 745653 h 745653"/>
                    <a:gd name="connsiteX0-199" fmla="*/ 272830 w 659696"/>
                    <a:gd name="connsiteY0-200" fmla="*/ 745653 h 745653"/>
                    <a:gd name="connsiteX1-201" fmla="*/ 522861 w 659696"/>
                    <a:gd name="connsiteY1-202" fmla="*/ 645640 h 745653"/>
                    <a:gd name="connsiteX2-203" fmla="*/ 541911 w 659696"/>
                    <a:gd name="connsiteY2-204" fmla="*/ 540865 h 745653"/>
                    <a:gd name="connsiteX3-205" fmla="*/ 68043 w 659696"/>
                    <a:gd name="connsiteY3-206" fmla="*/ 336078 h 745653"/>
                    <a:gd name="connsiteX4-207" fmla="*/ 34705 w 659696"/>
                    <a:gd name="connsiteY4-208" fmla="*/ 498003 h 745653"/>
                    <a:gd name="connsiteX5-209" fmla="*/ 48993 w 659696"/>
                    <a:gd name="connsiteY5-210" fmla="*/ 528959 h 745653"/>
                    <a:gd name="connsiteX6-211" fmla="*/ 72805 w 659696"/>
                    <a:gd name="connsiteY6-212" fmla="*/ 567059 h 745653"/>
                    <a:gd name="connsiteX7-213" fmla="*/ 215680 w 659696"/>
                    <a:gd name="connsiteY7-214" fmla="*/ 631353 h 745653"/>
                    <a:gd name="connsiteX8-215" fmla="*/ 272830 w 659696"/>
                    <a:gd name="connsiteY8-216" fmla="*/ 745653 h 745653"/>
                    <a:gd name="connsiteX0-217" fmla="*/ 272830 w 659696"/>
                    <a:gd name="connsiteY0-218" fmla="*/ 745653 h 745653"/>
                    <a:gd name="connsiteX1-219" fmla="*/ 522861 w 659696"/>
                    <a:gd name="connsiteY1-220" fmla="*/ 645640 h 745653"/>
                    <a:gd name="connsiteX2-221" fmla="*/ 541911 w 659696"/>
                    <a:gd name="connsiteY2-222" fmla="*/ 540865 h 745653"/>
                    <a:gd name="connsiteX3-223" fmla="*/ 68043 w 659696"/>
                    <a:gd name="connsiteY3-224" fmla="*/ 336078 h 745653"/>
                    <a:gd name="connsiteX4-225" fmla="*/ 34705 w 659696"/>
                    <a:gd name="connsiteY4-226" fmla="*/ 498003 h 745653"/>
                    <a:gd name="connsiteX5-227" fmla="*/ 48993 w 659696"/>
                    <a:gd name="connsiteY5-228" fmla="*/ 528959 h 745653"/>
                    <a:gd name="connsiteX6-229" fmla="*/ 72805 w 659696"/>
                    <a:gd name="connsiteY6-230" fmla="*/ 567059 h 745653"/>
                    <a:gd name="connsiteX7-231" fmla="*/ 215680 w 659696"/>
                    <a:gd name="connsiteY7-232" fmla="*/ 631353 h 745653"/>
                    <a:gd name="connsiteX8-233" fmla="*/ 272830 w 659696"/>
                    <a:gd name="connsiteY8-234" fmla="*/ 745653 h 745653"/>
                    <a:gd name="connsiteX0-235" fmla="*/ 272830 w 659696"/>
                    <a:gd name="connsiteY0-236" fmla="*/ 745653 h 745653"/>
                    <a:gd name="connsiteX1-237" fmla="*/ 522861 w 659696"/>
                    <a:gd name="connsiteY1-238" fmla="*/ 645640 h 745653"/>
                    <a:gd name="connsiteX2-239" fmla="*/ 541911 w 659696"/>
                    <a:gd name="connsiteY2-240" fmla="*/ 540865 h 745653"/>
                    <a:gd name="connsiteX3-241" fmla="*/ 68043 w 659696"/>
                    <a:gd name="connsiteY3-242" fmla="*/ 336078 h 745653"/>
                    <a:gd name="connsiteX4-243" fmla="*/ 34705 w 659696"/>
                    <a:gd name="connsiteY4-244" fmla="*/ 498003 h 745653"/>
                    <a:gd name="connsiteX5-245" fmla="*/ 48993 w 659696"/>
                    <a:gd name="connsiteY5-246" fmla="*/ 528959 h 745653"/>
                    <a:gd name="connsiteX6-247" fmla="*/ 72805 w 659696"/>
                    <a:gd name="connsiteY6-248" fmla="*/ 567059 h 745653"/>
                    <a:gd name="connsiteX7-249" fmla="*/ 215680 w 659696"/>
                    <a:gd name="connsiteY7-250" fmla="*/ 631353 h 745653"/>
                    <a:gd name="connsiteX8-251" fmla="*/ 272830 w 659696"/>
                    <a:gd name="connsiteY8-252" fmla="*/ 745653 h 745653"/>
                    <a:gd name="connsiteX0-253" fmla="*/ 272830 w 659696"/>
                    <a:gd name="connsiteY0-254" fmla="*/ 745653 h 745653"/>
                    <a:gd name="connsiteX1-255" fmla="*/ 522861 w 659696"/>
                    <a:gd name="connsiteY1-256" fmla="*/ 645640 h 745653"/>
                    <a:gd name="connsiteX2-257" fmla="*/ 541911 w 659696"/>
                    <a:gd name="connsiteY2-258" fmla="*/ 540865 h 745653"/>
                    <a:gd name="connsiteX3-259" fmla="*/ 68043 w 659696"/>
                    <a:gd name="connsiteY3-260" fmla="*/ 336078 h 745653"/>
                    <a:gd name="connsiteX4-261" fmla="*/ 34705 w 659696"/>
                    <a:gd name="connsiteY4-262" fmla="*/ 498003 h 745653"/>
                    <a:gd name="connsiteX5-263" fmla="*/ 48993 w 659696"/>
                    <a:gd name="connsiteY5-264" fmla="*/ 528959 h 745653"/>
                    <a:gd name="connsiteX6-265" fmla="*/ 72805 w 659696"/>
                    <a:gd name="connsiteY6-266" fmla="*/ 567059 h 745653"/>
                    <a:gd name="connsiteX7-267" fmla="*/ 215680 w 659696"/>
                    <a:gd name="connsiteY7-268" fmla="*/ 631353 h 745653"/>
                    <a:gd name="connsiteX8-269" fmla="*/ 272830 w 659696"/>
                    <a:gd name="connsiteY8-270" fmla="*/ 745653 h 745653"/>
                    <a:gd name="connsiteX0-271" fmla="*/ 272830 w 659696"/>
                    <a:gd name="connsiteY0-272" fmla="*/ 745653 h 745653"/>
                    <a:gd name="connsiteX1-273" fmla="*/ 522861 w 659696"/>
                    <a:gd name="connsiteY1-274" fmla="*/ 645640 h 745653"/>
                    <a:gd name="connsiteX2-275" fmla="*/ 541911 w 659696"/>
                    <a:gd name="connsiteY2-276" fmla="*/ 540865 h 745653"/>
                    <a:gd name="connsiteX3-277" fmla="*/ 68043 w 659696"/>
                    <a:gd name="connsiteY3-278" fmla="*/ 336078 h 745653"/>
                    <a:gd name="connsiteX4-279" fmla="*/ 34705 w 659696"/>
                    <a:gd name="connsiteY4-280" fmla="*/ 498003 h 745653"/>
                    <a:gd name="connsiteX5-281" fmla="*/ 48993 w 659696"/>
                    <a:gd name="connsiteY5-282" fmla="*/ 528959 h 745653"/>
                    <a:gd name="connsiteX6-283" fmla="*/ 72805 w 659696"/>
                    <a:gd name="connsiteY6-284" fmla="*/ 567059 h 745653"/>
                    <a:gd name="connsiteX7-285" fmla="*/ 215680 w 659696"/>
                    <a:gd name="connsiteY7-286" fmla="*/ 631353 h 745653"/>
                    <a:gd name="connsiteX8-287" fmla="*/ 272830 w 659696"/>
                    <a:gd name="connsiteY8-288" fmla="*/ 745653 h 745653"/>
                    <a:gd name="connsiteX0-289" fmla="*/ 272830 w 659696"/>
                    <a:gd name="connsiteY0-290" fmla="*/ 745653 h 745653"/>
                    <a:gd name="connsiteX1-291" fmla="*/ 522861 w 659696"/>
                    <a:gd name="connsiteY1-292" fmla="*/ 645640 h 745653"/>
                    <a:gd name="connsiteX2-293" fmla="*/ 541911 w 659696"/>
                    <a:gd name="connsiteY2-294" fmla="*/ 540865 h 745653"/>
                    <a:gd name="connsiteX3-295" fmla="*/ 68043 w 659696"/>
                    <a:gd name="connsiteY3-296" fmla="*/ 336078 h 745653"/>
                    <a:gd name="connsiteX4-297" fmla="*/ 34705 w 659696"/>
                    <a:gd name="connsiteY4-298" fmla="*/ 498003 h 745653"/>
                    <a:gd name="connsiteX5-299" fmla="*/ 48993 w 659696"/>
                    <a:gd name="connsiteY5-300" fmla="*/ 528959 h 745653"/>
                    <a:gd name="connsiteX6-301" fmla="*/ 72805 w 659696"/>
                    <a:gd name="connsiteY6-302" fmla="*/ 567059 h 745653"/>
                    <a:gd name="connsiteX7-303" fmla="*/ 215680 w 659696"/>
                    <a:gd name="connsiteY7-304" fmla="*/ 631353 h 745653"/>
                    <a:gd name="connsiteX8-305" fmla="*/ 272830 w 659696"/>
                    <a:gd name="connsiteY8-306" fmla="*/ 745653 h 745653"/>
                    <a:gd name="connsiteX0-307" fmla="*/ 272830 w 659696"/>
                    <a:gd name="connsiteY0-308" fmla="*/ 745653 h 745653"/>
                    <a:gd name="connsiteX1-309" fmla="*/ 522861 w 659696"/>
                    <a:gd name="connsiteY1-310" fmla="*/ 645640 h 745653"/>
                    <a:gd name="connsiteX2-311" fmla="*/ 541911 w 659696"/>
                    <a:gd name="connsiteY2-312" fmla="*/ 540865 h 745653"/>
                    <a:gd name="connsiteX3-313" fmla="*/ 68043 w 659696"/>
                    <a:gd name="connsiteY3-314" fmla="*/ 336078 h 745653"/>
                    <a:gd name="connsiteX4-315" fmla="*/ 34705 w 659696"/>
                    <a:gd name="connsiteY4-316" fmla="*/ 498003 h 745653"/>
                    <a:gd name="connsiteX5-317" fmla="*/ 48993 w 659696"/>
                    <a:gd name="connsiteY5-318" fmla="*/ 528959 h 745653"/>
                    <a:gd name="connsiteX6-319" fmla="*/ 72805 w 659696"/>
                    <a:gd name="connsiteY6-320" fmla="*/ 567059 h 745653"/>
                    <a:gd name="connsiteX7-321" fmla="*/ 215680 w 659696"/>
                    <a:gd name="connsiteY7-322" fmla="*/ 631353 h 745653"/>
                    <a:gd name="connsiteX8-323" fmla="*/ 272830 w 659696"/>
                    <a:gd name="connsiteY8-324" fmla="*/ 745653 h 745653"/>
                    <a:gd name="connsiteX0-325" fmla="*/ 272830 w 659696"/>
                    <a:gd name="connsiteY0-326" fmla="*/ 745653 h 745653"/>
                    <a:gd name="connsiteX1-327" fmla="*/ 522861 w 659696"/>
                    <a:gd name="connsiteY1-328" fmla="*/ 645640 h 745653"/>
                    <a:gd name="connsiteX2-329" fmla="*/ 541911 w 659696"/>
                    <a:gd name="connsiteY2-330" fmla="*/ 540865 h 745653"/>
                    <a:gd name="connsiteX3-331" fmla="*/ 68043 w 659696"/>
                    <a:gd name="connsiteY3-332" fmla="*/ 336078 h 745653"/>
                    <a:gd name="connsiteX4-333" fmla="*/ 34705 w 659696"/>
                    <a:gd name="connsiteY4-334" fmla="*/ 498003 h 745653"/>
                    <a:gd name="connsiteX5-335" fmla="*/ 53756 w 659696"/>
                    <a:gd name="connsiteY5-336" fmla="*/ 543247 h 745653"/>
                    <a:gd name="connsiteX6-337" fmla="*/ 72805 w 659696"/>
                    <a:gd name="connsiteY6-338" fmla="*/ 567059 h 745653"/>
                    <a:gd name="connsiteX7-339" fmla="*/ 215680 w 659696"/>
                    <a:gd name="connsiteY7-340" fmla="*/ 631353 h 745653"/>
                    <a:gd name="connsiteX8-341" fmla="*/ 272830 w 659696"/>
                    <a:gd name="connsiteY8-342" fmla="*/ 745653 h 745653"/>
                    <a:gd name="connsiteX0-343" fmla="*/ 272830 w 659696"/>
                    <a:gd name="connsiteY0-344" fmla="*/ 745653 h 745653"/>
                    <a:gd name="connsiteX1-345" fmla="*/ 522861 w 659696"/>
                    <a:gd name="connsiteY1-346" fmla="*/ 645640 h 745653"/>
                    <a:gd name="connsiteX2-347" fmla="*/ 541911 w 659696"/>
                    <a:gd name="connsiteY2-348" fmla="*/ 540865 h 745653"/>
                    <a:gd name="connsiteX3-349" fmla="*/ 68043 w 659696"/>
                    <a:gd name="connsiteY3-350" fmla="*/ 336078 h 745653"/>
                    <a:gd name="connsiteX4-351" fmla="*/ 34705 w 659696"/>
                    <a:gd name="connsiteY4-352" fmla="*/ 498003 h 745653"/>
                    <a:gd name="connsiteX5-353" fmla="*/ 47369 w 659696"/>
                    <a:gd name="connsiteY5-354" fmla="*/ 524079 h 745653"/>
                    <a:gd name="connsiteX6-355" fmla="*/ 53756 w 659696"/>
                    <a:gd name="connsiteY6-356" fmla="*/ 543247 h 745653"/>
                    <a:gd name="connsiteX7-357" fmla="*/ 72805 w 659696"/>
                    <a:gd name="connsiteY7-358" fmla="*/ 567059 h 745653"/>
                    <a:gd name="connsiteX8-359" fmla="*/ 215680 w 659696"/>
                    <a:gd name="connsiteY8-360" fmla="*/ 631353 h 745653"/>
                    <a:gd name="connsiteX9" fmla="*/ 272830 w 659696"/>
                    <a:gd name="connsiteY9" fmla="*/ 745653 h 745653"/>
                    <a:gd name="connsiteX0-361" fmla="*/ 272830 w 659696"/>
                    <a:gd name="connsiteY0-362" fmla="*/ 745653 h 745653"/>
                    <a:gd name="connsiteX1-363" fmla="*/ 522861 w 659696"/>
                    <a:gd name="connsiteY1-364" fmla="*/ 645640 h 745653"/>
                    <a:gd name="connsiteX2-365" fmla="*/ 541911 w 659696"/>
                    <a:gd name="connsiteY2-366" fmla="*/ 540865 h 745653"/>
                    <a:gd name="connsiteX3-367" fmla="*/ 68043 w 659696"/>
                    <a:gd name="connsiteY3-368" fmla="*/ 336078 h 745653"/>
                    <a:gd name="connsiteX4-369" fmla="*/ 34705 w 659696"/>
                    <a:gd name="connsiteY4-370" fmla="*/ 498003 h 745653"/>
                    <a:gd name="connsiteX5-371" fmla="*/ 47369 w 659696"/>
                    <a:gd name="connsiteY5-372" fmla="*/ 524079 h 745653"/>
                    <a:gd name="connsiteX6-373" fmla="*/ 57880 w 659696"/>
                    <a:gd name="connsiteY6-374" fmla="*/ 551495 h 745653"/>
                    <a:gd name="connsiteX7-375" fmla="*/ 72805 w 659696"/>
                    <a:gd name="connsiteY7-376" fmla="*/ 567059 h 745653"/>
                    <a:gd name="connsiteX8-377" fmla="*/ 215680 w 659696"/>
                    <a:gd name="connsiteY8-378" fmla="*/ 631353 h 745653"/>
                    <a:gd name="connsiteX9-379" fmla="*/ 272830 w 659696"/>
                    <a:gd name="connsiteY9-380" fmla="*/ 745653 h 745653"/>
                    <a:gd name="connsiteX0-381" fmla="*/ 272830 w 659696"/>
                    <a:gd name="connsiteY0-382" fmla="*/ 745653 h 745653"/>
                    <a:gd name="connsiteX1-383" fmla="*/ 522861 w 659696"/>
                    <a:gd name="connsiteY1-384" fmla="*/ 645640 h 745653"/>
                    <a:gd name="connsiteX2-385" fmla="*/ 541911 w 659696"/>
                    <a:gd name="connsiteY2-386" fmla="*/ 540865 h 745653"/>
                    <a:gd name="connsiteX3-387" fmla="*/ 68043 w 659696"/>
                    <a:gd name="connsiteY3-388" fmla="*/ 336078 h 745653"/>
                    <a:gd name="connsiteX4-389" fmla="*/ 34705 w 659696"/>
                    <a:gd name="connsiteY4-390" fmla="*/ 498003 h 745653"/>
                    <a:gd name="connsiteX5-391" fmla="*/ 47369 w 659696"/>
                    <a:gd name="connsiteY5-392" fmla="*/ 524079 h 745653"/>
                    <a:gd name="connsiteX6-393" fmla="*/ 70397 w 659696"/>
                    <a:gd name="connsiteY6-394" fmla="*/ 548634 h 745653"/>
                    <a:gd name="connsiteX7-395" fmla="*/ 72805 w 659696"/>
                    <a:gd name="connsiteY7-396" fmla="*/ 567059 h 745653"/>
                    <a:gd name="connsiteX8-397" fmla="*/ 215680 w 659696"/>
                    <a:gd name="connsiteY8-398" fmla="*/ 631353 h 745653"/>
                    <a:gd name="connsiteX9-399" fmla="*/ 272830 w 659696"/>
                    <a:gd name="connsiteY9-400" fmla="*/ 745653 h 745653"/>
                    <a:gd name="connsiteX0-401" fmla="*/ 272830 w 659696"/>
                    <a:gd name="connsiteY0-402" fmla="*/ 745653 h 745653"/>
                    <a:gd name="connsiteX1-403" fmla="*/ 522861 w 659696"/>
                    <a:gd name="connsiteY1-404" fmla="*/ 645640 h 745653"/>
                    <a:gd name="connsiteX2-405" fmla="*/ 541911 w 659696"/>
                    <a:gd name="connsiteY2-406" fmla="*/ 540865 h 745653"/>
                    <a:gd name="connsiteX3-407" fmla="*/ 68043 w 659696"/>
                    <a:gd name="connsiteY3-408" fmla="*/ 336078 h 745653"/>
                    <a:gd name="connsiteX4-409" fmla="*/ 34705 w 659696"/>
                    <a:gd name="connsiteY4-410" fmla="*/ 498003 h 745653"/>
                    <a:gd name="connsiteX5-411" fmla="*/ 70615 w 659696"/>
                    <a:gd name="connsiteY5-412" fmla="*/ 544464 h 745653"/>
                    <a:gd name="connsiteX6-413" fmla="*/ 70397 w 659696"/>
                    <a:gd name="connsiteY6-414" fmla="*/ 548634 h 745653"/>
                    <a:gd name="connsiteX7-415" fmla="*/ 72805 w 659696"/>
                    <a:gd name="connsiteY7-416" fmla="*/ 567059 h 745653"/>
                    <a:gd name="connsiteX8-417" fmla="*/ 215680 w 659696"/>
                    <a:gd name="connsiteY8-418" fmla="*/ 631353 h 745653"/>
                    <a:gd name="connsiteX9-419" fmla="*/ 272830 w 659696"/>
                    <a:gd name="connsiteY9-420" fmla="*/ 745653 h 745653"/>
                    <a:gd name="connsiteX0-421" fmla="*/ 272830 w 659696"/>
                    <a:gd name="connsiteY0-422" fmla="*/ 745653 h 745653"/>
                    <a:gd name="connsiteX1-423" fmla="*/ 522861 w 659696"/>
                    <a:gd name="connsiteY1-424" fmla="*/ 645640 h 745653"/>
                    <a:gd name="connsiteX2-425" fmla="*/ 541911 w 659696"/>
                    <a:gd name="connsiteY2-426" fmla="*/ 540865 h 745653"/>
                    <a:gd name="connsiteX3-427" fmla="*/ 68043 w 659696"/>
                    <a:gd name="connsiteY3-428" fmla="*/ 336078 h 745653"/>
                    <a:gd name="connsiteX4-429" fmla="*/ 34705 w 659696"/>
                    <a:gd name="connsiteY4-430" fmla="*/ 498003 h 745653"/>
                    <a:gd name="connsiteX5-431" fmla="*/ 70615 w 659696"/>
                    <a:gd name="connsiteY5-432" fmla="*/ 544464 h 745653"/>
                    <a:gd name="connsiteX6-433" fmla="*/ 70397 w 659696"/>
                    <a:gd name="connsiteY6-434" fmla="*/ 548634 h 745653"/>
                    <a:gd name="connsiteX7-435" fmla="*/ 72805 w 659696"/>
                    <a:gd name="connsiteY7-436" fmla="*/ 567059 h 745653"/>
                    <a:gd name="connsiteX8-437" fmla="*/ 215680 w 659696"/>
                    <a:gd name="connsiteY8-438" fmla="*/ 631353 h 745653"/>
                    <a:gd name="connsiteX9-439" fmla="*/ 272830 w 659696"/>
                    <a:gd name="connsiteY9-440" fmla="*/ 745653 h 745653"/>
                    <a:gd name="connsiteX0-441" fmla="*/ 272830 w 659696"/>
                    <a:gd name="connsiteY0-442" fmla="*/ 745653 h 745653"/>
                    <a:gd name="connsiteX1-443" fmla="*/ 522861 w 659696"/>
                    <a:gd name="connsiteY1-444" fmla="*/ 645640 h 745653"/>
                    <a:gd name="connsiteX2-445" fmla="*/ 541911 w 659696"/>
                    <a:gd name="connsiteY2-446" fmla="*/ 540865 h 745653"/>
                    <a:gd name="connsiteX3-447" fmla="*/ 68043 w 659696"/>
                    <a:gd name="connsiteY3-448" fmla="*/ 336078 h 745653"/>
                    <a:gd name="connsiteX4-449" fmla="*/ 34705 w 659696"/>
                    <a:gd name="connsiteY4-450" fmla="*/ 498003 h 745653"/>
                    <a:gd name="connsiteX5-451" fmla="*/ 70615 w 659696"/>
                    <a:gd name="connsiteY5-452" fmla="*/ 544464 h 745653"/>
                    <a:gd name="connsiteX6-453" fmla="*/ 71470 w 659696"/>
                    <a:gd name="connsiteY6-454" fmla="*/ 551495 h 745653"/>
                    <a:gd name="connsiteX7-455" fmla="*/ 72805 w 659696"/>
                    <a:gd name="connsiteY7-456" fmla="*/ 567059 h 745653"/>
                    <a:gd name="connsiteX8-457" fmla="*/ 215680 w 659696"/>
                    <a:gd name="connsiteY8-458" fmla="*/ 631353 h 745653"/>
                    <a:gd name="connsiteX9-459" fmla="*/ 272830 w 659696"/>
                    <a:gd name="connsiteY9-460" fmla="*/ 745653 h 745653"/>
                    <a:gd name="connsiteX0-461" fmla="*/ 272830 w 659696"/>
                    <a:gd name="connsiteY0-462" fmla="*/ 745653 h 745653"/>
                    <a:gd name="connsiteX1-463" fmla="*/ 522861 w 659696"/>
                    <a:gd name="connsiteY1-464" fmla="*/ 645640 h 745653"/>
                    <a:gd name="connsiteX2-465" fmla="*/ 541911 w 659696"/>
                    <a:gd name="connsiteY2-466" fmla="*/ 540865 h 745653"/>
                    <a:gd name="connsiteX3-467" fmla="*/ 68043 w 659696"/>
                    <a:gd name="connsiteY3-468" fmla="*/ 336078 h 745653"/>
                    <a:gd name="connsiteX4-469" fmla="*/ 34705 w 659696"/>
                    <a:gd name="connsiteY4-470" fmla="*/ 498003 h 745653"/>
                    <a:gd name="connsiteX5-471" fmla="*/ 70615 w 659696"/>
                    <a:gd name="connsiteY5-472" fmla="*/ 544464 h 745653"/>
                    <a:gd name="connsiteX6-473" fmla="*/ 71470 w 659696"/>
                    <a:gd name="connsiteY6-474" fmla="*/ 551495 h 745653"/>
                    <a:gd name="connsiteX7-475" fmla="*/ 72805 w 659696"/>
                    <a:gd name="connsiteY7-476" fmla="*/ 567059 h 745653"/>
                    <a:gd name="connsiteX8-477" fmla="*/ 215680 w 659696"/>
                    <a:gd name="connsiteY8-478" fmla="*/ 631353 h 745653"/>
                    <a:gd name="connsiteX9-479" fmla="*/ 272830 w 659696"/>
                    <a:gd name="connsiteY9-480" fmla="*/ 745653 h 745653"/>
                    <a:gd name="connsiteX0-481" fmla="*/ 272830 w 659696"/>
                    <a:gd name="connsiteY0-482" fmla="*/ 745653 h 745653"/>
                    <a:gd name="connsiteX1-483" fmla="*/ 522861 w 659696"/>
                    <a:gd name="connsiteY1-484" fmla="*/ 645640 h 745653"/>
                    <a:gd name="connsiteX2-485" fmla="*/ 541911 w 659696"/>
                    <a:gd name="connsiteY2-486" fmla="*/ 540865 h 745653"/>
                    <a:gd name="connsiteX3-487" fmla="*/ 68043 w 659696"/>
                    <a:gd name="connsiteY3-488" fmla="*/ 336078 h 745653"/>
                    <a:gd name="connsiteX4-489" fmla="*/ 34705 w 659696"/>
                    <a:gd name="connsiteY4-490" fmla="*/ 498003 h 745653"/>
                    <a:gd name="connsiteX5-491" fmla="*/ 70615 w 659696"/>
                    <a:gd name="connsiteY5-492" fmla="*/ 544464 h 745653"/>
                    <a:gd name="connsiteX6-493" fmla="*/ 81484 w 659696"/>
                    <a:gd name="connsiteY6-494" fmla="*/ 548634 h 745653"/>
                    <a:gd name="connsiteX7-495" fmla="*/ 72805 w 659696"/>
                    <a:gd name="connsiteY7-496" fmla="*/ 567059 h 745653"/>
                    <a:gd name="connsiteX8-497" fmla="*/ 215680 w 659696"/>
                    <a:gd name="connsiteY8-498" fmla="*/ 631353 h 745653"/>
                    <a:gd name="connsiteX9-499" fmla="*/ 272830 w 659696"/>
                    <a:gd name="connsiteY9-500" fmla="*/ 745653 h 745653"/>
                    <a:gd name="connsiteX0-501" fmla="*/ 272830 w 659696"/>
                    <a:gd name="connsiteY0-502" fmla="*/ 745653 h 745653"/>
                    <a:gd name="connsiteX1-503" fmla="*/ 522861 w 659696"/>
                    <a:gd name="connsiteY1-504" fmla="*/ 645640 h 745653"/>
                    <a:gd name="connsiteX2-505" fmla="*/ 541911 w 659696"/>
                    <a:gd name="connsiteY2-506" fmla="*/ 540865 h 745653"/>
                    <a:gd name="connsiteX3-507" fmla="*/ 68043 w 659696"/>
                    <a:gd name="connsiteY3-508" fmla="*/ 336078 h 745653"/>
                    <a:gd name="connsiteX4-509" fmla="*/ 34705 w 659696"/>
                    <a:gd name="connsiteY4-510" fmla="*/ 498003 h 745653"/>
                    <a:gd name="connsiteX5-511" fmla="*/ 81484 w 659696"/>
                    <a:gd name="connsiteY5-512" fmla="*/ 548634 h 745653"/>
                    <a:gd name="connsiteX6-513" fmla="*/ 72805 w 659696"/>
                    <a:gd name="connsiteY6-514" fmla="*/ 567059 h 745653"/>
                    <a:gd name="connsiteX7-515" fmla="*/ 215680 w 659696"/>
                    <a:gd name="connsiteY7-516" fmla="*/ 631353 h 745653"/>
                    <a:gd name="connsiteX8-517" fmla="*/ 272830 w 659696"/>
                    <a:gd name="connsiteY8-518" fmla="*/ 745653 h 745653"/>
                    <a:gd name="connsiteX0-519" fmla="*/ 272830 w 659696"/>
                    <a:gd name="connsiteY0-520" fmla="*/ 745653 h 745653"/>
                    <a:gd name="connsiteX1-521" fmla="*/ 522861 w 659696"/>
                    <a:gd name="connsiteY1-522" fmla="*/ 645640 h 745653"/>
                    <a:gd name="connsiteX2-523" fmla="*/ 541911 w 659696"/>
                    <a:gd name="connsiteY2-524" fmla="*/ 540865 h 745653"/>
                    <a:gd name="connsiteX3-525" fmla="*/ 68043 w 659696"/>
                    <a:gd name="connsiteY3-526" fmla="*/ 336078 h 745653"/>
                    <a:gd name="connsiteX4-527" fmla="*/ 34705 w 659696"/>
                    <a:gd name="connsiteY4-528" fmla="*/ 498003 h 745653"/>
                    <a:gd name="connsiteX5-529" fmla="*/ 81126 w 659696"/>
                    <a:gd name="connsiteY5-530" fmla="*/ 547919 h 745653"/>
                    <a:gd name="connsiteX6-531" fmla="*/ 72805 w 659696"/>
                    <a:gd name="connsiteY6-532" fmla="*/ 567059 h 745653"/>
                    <a:gd name="connsiteX7-533" fmla="*/ 215680 w 659696"/>
                    <a:gd name="connsiteY7-534" fmla="*/ 631353 h 745653"/>
                    <a:gd name="connsiteX8-535" fmla="*/ 272830 w 659696"/>
                    <a:gd name="connsiteY8-536" fmla="*/ 745653 h 745653"/>
                    <a:gd name="connsiteX0-537" fmla="*/ 272830 w 659696"/>
                    <a:gd name="connsiteY0-538" fmla="*/ 745653 h 745653"/>
                    <a:gd name="connsiteX1-539" fmla="*/ 522861 w 659696"/>
                    <a:gd name="connsiteY1-540" fmla="*/ 645640 h 745653"/>
                    <a:gd name="connsiteX2-541" fmla="*/ 541911 w 659696"/>
                    <a:gd name="connsiteY2-542" fmla="*/ 540865 h 745653"/>
                    <a:gd name="connsiteX3-543" fmla="*/ 68043 w 659696"/>
                    <a:gd name="connsiteY3-544" fmla="*/ 336078 h 745653"/>
                    <a:gd name="connsiteX4-545" fmla="*/ 34705 w 659696"/>
                    <a:gd name="connsiteY4-546" fmla="*/ 498003 h 745653"/>
                    <a:gd name="connsiteX5-547" fmla="*/ 81126 w 659696"/>
                    <a:gd name="connsiteY5-548" fmla="*/ 547919 h 745653"/>
                    <a:gd name="connsiteX6-549" fmla="*/ 72805 w 659696"/>
                    <a:gd name="connsiteY6-550" fmla="*/ 567059 h 745653"/>
                    <a:gd name="connsiteX7-551" fmla="*/ 215680 w 659696"/>
                    <a:gd name="connsiteY7-552" fmla="*/ 631353 h 745653"/>
                    <a:gd name="connsiteX8-553" fmla="*/ 272830 w 659696"/>
                    <a:gd name="connsiteY8-554" fmla="*/ 745653 h 745653"/>
                    <a:gd name="connsiteX0-555" fmla="*/ 272830 w 659696"/>
                    <a:gd name="connsiteY0-556" fmla="*/ 745653 h 745653"/>
                    <a:gd name="connsiteX1-557" fmla="*/ 522861 w 659696"/>
                    <a:gd name="connsiteY1-558" fmla="*/ 645640 h 745653"/>
                    <a:gd name="connsiteX2-559" fmla="*/ 541911 w 659696"/>
                    <a:gd name="connsiteY2-560" fmla="*/ 540865 h 745653"/>
                    <a:gd name="connsiteX3-561" fmla="*/ 68043 w 659696"/>
                    <a:gd name="connsiteY3-562" fmla="*/ 336078 h 745653"/>
                    <a:gd name="connsiteX4-563" fmla="*/ 34705 w 659696"/>
                    <a:gd name="connsiteY4-564" fmla="*/ 498003 h 745653"/>
                    <a:gd name="connsiteX5-565" fmla="*/ 86848 w 659696"/>
                    <a:gd name="connsiteY5-566" fmla="*/ 547919 h 745653"/>
                    <a:gd name="connsiteX6-567" fmla="*/ 72805 w 659696"/>
                    <a:gd name="connsiteY6-568" fmla="*/ 567059 h 745653"/>
                    <a:gd name="connsiteX7-569" fmla="*/ 215680 w 659696"/>
                    <a:gd name="connsiteY7-570" fmla="*/ 631353 h 745653"/>
                    <a:gd name="connsiteX8-571" fmla="*/ 272830 w 659696"/>
                    <a:gd name="connsiteY8-572" fmla="*/ 745653 h 745653"/>
                    <a:gd name="connsiteX0-573" fmla="*/ 272830 w 659696"/>
                    <a:gd name="connsiteY0-574" fmla="*/ 745653 h 745653"/>
                    <a:gd name="connsiteX1-575" fmla="*/ 522861 w 659696"/>
                    <a:gd name="connsiteY1-576" fmla="*/ 645640 h 745653"/>
                    <a:gd name="connsiteX2-577" fmla="*/ 541911 w 659696"/>
                    <a:gd name="connsiteY2-578" fmla="*/ 540865 h 745653"/>
                    <a:gd name="connsiteX3-579" fmla="*/ 68043 w 659696"/>
                    <a:gd name="connsiteY3-580" fmla="*/ 336078 h 745653"/>
                    <a:gd name="connsiteX4-581" fmla="*/ 34705 w 659696"/>
                    <a:gd name="connsiteY4-582" fmla="*/ 498003 h 745653"/>
                    <a:gd name="connsiteX5-583" fmla="*/ 86848 w 659696"/>
                    <a:gd name="connsiteY5-584" fmla="*/ 547919 h 745653"/>
                    <a:gd name="connsiteX6-585" fmla="*/ 72805 w 659696"/>
                    <a:gd name="connsiteY6-586" fmla="*/ 567059 h 745653"/>
                    <a:gd name="connsiteX7-587" fmla="*/ 215680 w 659696"/>
                    <a:gd name="connsiteY7-588" fmla="*/ 631353 h 745653"/>
                    <a:gd name="connsiteX8-589" fmla="*/ 272830 w 659696"/>
                    <a:gd name="connsiteY8-590" fmla="*/ 745653 h 745653"/>
                    <a:gd name="connsiteX0-591" fmla="*/ 272830 w 659696"/>
                    <a:gd name="connsiteY0-592" fmla="*/ 745653 h 745653"/>
                    <a:gd name="connsiteX1-593" fmla="*/ 522861 w 659696"/>
                    <a:gd name="connsiteY1-594" fmla="*/ 645640 h 745653"/>
                    <a:gd name="connsiteX2-595" fmla="*/ 541911 w 659696"/>
                    <a:gd name="connsiteY2-596" fmla="*/ 540865 h 745653"/>
                    <a:gd name="connsiteX3-597" fmla="*/ 68043 w 659696"/>
                    <a:gd name="connsiteY3-598" fmla="*/ 336078 h 745653"/>
                    <a:gd name="connsiteX4-599" fmla="*/ 34705 w 659696"/>
                    <a:gd name="connsiteY4-600" fmla="*/ 498003 h 745653"/>
                    <a:gd name="connsiteX5-601" fmla="*/ 86848 w 659696"/>
                    <a:gd name="connsiteY5-602" fmla="*/ 547919 h 745653"/>
                    <a:gd name="connsiteX6-603" fmla="*/ 72805 w 659696"/>
                    <a:gd name="connsiteY6-604" fmla="*/ 567059 h 745653"/>
                    <a:gd name="connsiteX7-605" fmla="*/ 215680 w 659696"/>
                    <a:gd name="connsiteY7-606" fmla="*/ 631353 h 745653"/>
                    <a:gd name="connsiteX8-607" fmla="*/ 272830 w 659696"/>
                    <a:gd name="connsiteY8-608" fmla="*/ 745653 h 745653"/>
                    <a:gd name="connsiteX0-609" fmla="*/ 272830 w 659696"/>
                    <a:gd name="connsiteY0-610" fmla="*/ 745653 h 745653"/>
                    <a:gd name="connsiteX1-611" fmla="*/ 522861 w 659696"/>
                    <a:gd name="connsiteY1-612" fmla="*/ 645640 h 745653"/>
                    <a:gd name="connsiteX2-613" fmla="*/ 541911 w 659696"/>
                    <a:gd name="connsiteY2-614" fmla="*/ 540865 h 745653"/>
                    <a:gd name="connsiteX3-615" fmla="*/ 68043 w 659696"/>
                    <a:gd name="connsiteY3-616" fmla="*/ 336078 h 745653"/>
                    <a:gd name="connsiteX4-617" fmla="*/ 34705 w 659696"/>
                    <a:gd name="connsiteY4-618" fmla="*/ 498003 h 745653"/>
                    <a:gd name="connsiteX5-619" fmla="*/ 82199 w 659696"/>
                    <a:gd name="connsiteY5-620" fmla="*/ 548992 h 745653"/>
                    <a:gd name="connsiteX6-621" fmla="*/ 72805 w 659696"/>
                    <a:gd name="connsiteY6-622" fmla="*/ 567059 h 745653"/>
                    <a:gd name="connsiteX7-623" fmla="*/ 215680 w 659696"/>
                    <a:gd name="connsiteY7-624" fmla="*/ 631353 h 745653"/>
                    <a:gd name="connsiteX8-625" fmla="*/ 272830 w 659696"/>
                    <a:gd name="connsiteY8-626" fmla="*/ 745653 h 745653"/>
                    <a:gd name="connsiteX0-627" fmla="*/ 272830 w 659696"/>
                    <a:gd name="connsiteY0-628" fmla="*/ 745653 h 745653"/>
                    <a:gd name="connsiteX1-629" fmla="*/ 522861 w 659696"/>
                    <a:gd name="connsiteY1-630" fmla="*/ 645640 h 745653"/>
                    <a:gd name="connsiteX2-631" fmla="*/ 541911 w 659696"/>
                    <a:gd name="connsiteY2-632" fmla="*/ 540865 h 745653"/>
                    <a:gd name="connsiteX3-633" fmla="*/ 68043 w 659696"/>
                    <a:gd name="connsiteY3-634" fmla="*/ 336078 h 745653"/>
                    <a:gd name="connsiteX4-635" fmla="*/ 34705 w 659696"/>
                    <a:gd name="connsiteY4-636" fmla="*/ 498003 h 745653"/>
                    <a:gd name="connsiteX5-637" fmla="*/ 63888 w 659696"/>
                    <a:gd name="connsiteY5-638" fmla="*/ 547975 h 745653"/>
                    <a:gd name="connsiteX6-639" fmla="*/ 72805 w 659696"/>
                    <a:gd name="connsiteY6-640" fmla="*/ 567059 h 745653"/>
                    <a:gd name="connsiteX7-641" fmla="*/ 215680 w 659696"/>
                    <a:gd name="connsiteY7-642" fmla="*/ 631353 h 745653"/>
                    <a:gd name="connsiteX8-643" fmla="*/ 272830 w 659696"/>
                    <a:gd name="connsiteY8-644" fmla="*/ 745653 h 745653"/>
                    <a:gd name="connsiteX0-645" fmla="*/ 257387 w 644253"/>
                    <a:gd name="connsiteY0-646" fmla="*/ 745653 h 745653"/>
                    <a:gd name="connsiteX1-647" fmla="*/ 507418 w 644253"/>
                    <a:gd name="connsiteY1-648" fmla="*/ 645640 h 745653"/>
                    <a:gd name="connsiteX2-649" fmla="*/ 526468 w 644253"/>
                    <a:gd name="connsiteY2-650" fmla="*/ 540865 h 745653"/>
                    <a:gd name="connsiteX3-651" fmla="*/ 52600 w 644253"/>
                    <a:gd name="connsiteY3-652" fmla="*/ 336078 h 745653"/>
                    <a:gd name="connsiteX4-653" fmla="*/ 38590 w 644253"/>
                    <a:gd name="connsiteY4-654" fmla="*/ 500037 h 745653"/>
                    <a:gd name="connsiteX5-655" fmla="*/ 48445 w 644253"/>
                    <a:gd name="connsiteY5-656" fmla="*/ 547975 h 745653"/>
                    <a:gd name="connsiteX6-657" fmla="*/ 57362 w 644253"/>
                    <a:gd name="connsiteY6-658" fmla="*/ 567059 h 745653"/>
                    <a:gd name="connsiteX7-659" fmla="*/ 200237 w 644253"/>
                    <a:gd name="connsiteY7-660" fmla="*/ 631353 h 745653"/>
                    <a:gd name="connsiteX8-661" fmla="*/ 257387 w 644253"/>
                    <a:gd name="connsiteY8-662" fmla="*/ 745653 h 745653"/>
                    <a:gd name="connsiteX0-663" fmla="*/ 257387 w 644253"/>
                    <a:gd name="connsiteY0-664" fmla="*/ 745653 h 745653"/>
                    <a:gd name="connsiteX1-665" fmla="*/ 507418 w 644253"/>
                    <a:gd name="connsiteY1-666" fmla="*/ 645640 h 745653"/>
                    <a:gd name="connsiteX2-667" fmla="*/ 526468 w 644253"/>
                    <a:gd name="connsiteY2-668" fmla="*/ 540865 h 745653"/>
                    <a:gd name="connsiteX3-669" fmla="*/ 52600 w 644253"/>
                    <a:gd name="connsiteY3-670" fmla="*/ 336078 h 745653"/>
                    <a:gd name="connsiteX4-671" fmla="*/ 38590 w 644253"/>
                    <a:gd name="connsiteY4-672" fmla="*/ 500037 h 745653"/>
                    <a:gd name="connsiteX5-673" fmla="*/ 48445 w 644253"/>
                    <a:gd name="connsiteY5-674" fmla="*/ 547975 h 745653"/>
                    <a:gd name="connsiteX6-675" fmla="*/ 57362 w 644253"/>
                    <a:gd name="connsiteY6-676" fmla="*/ 567059 h 745653"/>
                    <a:gd name="connsiteX7-677" fmla="*/ 200237 w 644253"/>
                    <a:gd name="connsiteY7-678" fmla="*/ 631353 h 745653"/>
                    <a:gd name="connsiteX8-679" fmla="*/ 257387 w 644253"/>
                    <a:gd name="connsiteY8-680" fmla="*/ 745653 h 745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644253" h="745653">
                      <a:moveTo>
                        <a:pt x="257387" y="745653"/>
                      </a:moveTo>
                      <a:cubicBezTo>
                        <a:pt x="314538" y="698027"/>
                        <a:pt x="388355" y="631353"/>
                        <a:pt x="507418" y="645640"/>
                      </a:cubicBezTo>
                      <a:lnTo>
                        <a:pt x="526468" y="540865"/>
                      </a:lnTo>
                      <a:cubicBezTo>
                        <a:pt x="1001925" y="-101277"/>
                        <a:pt x="-127581" y="-174305"/>
                        <a:pt x="52600" y="336078"/>
                      </a:cubicBezTo>
                      <a:cubicBezTo>
                        <a:pt x="51013" y="409103"/>
                        <a:pt x="-55074" y="496068"/>
                        <a:pt x="38590" y="500037"/>
                      </a:cubicBezTo>
                      <a:cubicBezTo>
                        <a:pt x="40830" y="535463"/>
                        <a:pt x="25286" y="549341"/>
                        <a:pt x="48445" y="547975"/>
                      </a:cubicBezTo>
                      <a:cubicBezTo>
                        <a:pt x="37070" y="549588"/>
                        <a:pt x="33113" y="561974"/>
                        <a:pt x="57362" y="567059"/>
                      </a:cubicBezTo>
                      <a:cubicBezTo>
                        <a:pt x="28787" y="712315"/>
                        <a:pt x="152612" y="609922"/>
                        <a:pt x="200237" y="631353"/>
                      </a:cubicBezTo>
                      <a:cubicBezTo>
                        <a:pt x="235956" y="650403"/>
                        <a:pt x="262149" y="674216"/>
                        <a:pt x="257387" y="745653"/>
                      </a:cubicBezTo>
                      <a:close/>
                    </a:path>
                  </a:pathLst>
                </a:cu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Gear"/>
                <p:cNvSpPr>
                  <a:spLocks noEditPoints="1" noChangeArrowheads="1"/>
                </p:cNvSpPr>
                <p:nvPr/>
              </p:nvSpPr>
              <p:spPr bwMode="auto">
                <a:xfrm>
                  <a:off x="-540813" y="2932323"/>
                  <a:ext cx="1081626" cy="948572"/>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bg1">
                    <a:lumMod val="75000"/>
                  </a:schemeClr>
                </a:solidFill>
                <a:ln w="9525">
                  <a:solidFill>
                    <a:schemeClr val="accent1"/>
                  </a:solidFill>
                  <a:miter lim="800000"/>
                </a:ln>
                <a:effectLst/>
              </p:spPr>
              <p:txBody>
                <a:bodyPr vert="horz" wrap="square" lIns="91440" tIns="45720" rIns="91440" bIns="45720" numCol="1" anchor="t" anchorCtr="0" compatLnSpc="1">
                  <a:flatTx/>
                </a:bodyPr>
                <a:lstStyle/>
                <a:p>
                  <a:endParaRPr lang="zh-CN" altLang="en-US"/>
                </a:p>
              </p:txBody>
            </p:sp>
            <p:sp>
              <p:nvSpPr>
                <p:cNvPr id="83" name="AutoShape 4"/>
                <p:cNvSpPr>
                  <a:spLocks noEditPoints="1" noChangeArrowheads="1"/>
                </p:cNvSpPr>
                <p:nvPr/>
              </p:nvSpPr>
              <p:spPr bwMode="auto">
                <a:xfrm>
                  <a:off x="-2455527" y="3454643"/>
                  <a:ext cx="1293425" cy="1134123"/>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bg1">
                    <a:lumMod val="75000"/>
                  </a:schemeClr>
                </a:solidFill>
                <a:ln w="9525">
                  <a:solidFill>
                    <a:schemeClr val="accent1"/>
                  </a:solidFill>
                  <a:miter lim="800000"/>
                </a:ln>
                <a:effectLst/>
              </p:spPr>
              <p:txBody>
                <a:bodyPr vert="horz" wrap="square" lIns="91440" tIns="45720" rIns="91440" bIns="45720" numCol="1" anchor="t" anchorCtr="0" compatLnSpc="1">
                  <a:flatTx/>
                </a:bodyPr>
                <a:lstStyle/>
                <a:p>
                  <a:endParaRPr lang="zh-CN" altLang="en-US"/>
                </a:p>
              </p:txBody>
            </p:sp>
            <p:sp>
              <p:nvSpPr>
                <p:cNvPr id="84" name="AutoShape 5"/>
                <p:cNvSpPr>
                  <a:spLocks noEditPoints="1" noChangeArrowheads="1"/>
                </p:cNvSpPr>
                <p:nvPr/>
              </p:nvSpPr>
              <p:spPr bwMode="auto">
                <a:xfrm>
                  <a:off x="-1808814" y="2479198"/>
                  <a:ext cx="1437340" cy="1259935"/>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bg1">
                    <a:lumMod val="75000"/>
                  </a:schemeClr>
                </a:solidFill>
                <a:ln w="9525">
                  <a:solidFill>
                    <a:schemeClr val="accent1"/>
                  </a:solidFill>
                  <a:miter lim="800000"/>
                </a:ln>
                <a:effectLst/>
              </p:spPr>
              <p:txBody>
                <a:bodyPr vert="horz" wrap="square" lIns="91440" tIns="45720" rIns="91440" bIns="45720" numCol="1" anchor="t" anchorCtr="0" compatLnSpc="1">
                  <a:flatTx/>
                </a:bodyPr>
                <a:lstStyle/>
                <a:p>
                  <a:endParaRPr lang="zh-CN" altLang="en-US"/>
                </a:p>
              </p:txBody>
            </p:sp>
          </p:grpSp>
          <p:sp>
            <p:nvSpPr>
              <p:cNvPr id="80" name="十字星 79"/>
              <p:cNvSpPr/>
              <p:nvPr/>
            </p:nvSpPr>
            <p:spPr>
              <a:xfrm>
                <a:off x="6349887" y="3534247"/>
                <a:ext cx="249891" cy="333944"/>
              </a:xfrm>
              <a:prstGeom prst="star4">
                <a:avLst>
                  <a:gd name="adj" fmla="val 8935"/>
                </a:avLst>
              </a:prstGeom>
              <a:gradFill flip="none" rotWithShape="1">
                <a:gsLst>
                  <a:gs pos="15000">
                    <a:srgbClr val="DD6C33"/>
                  </a:gs>
                  <a:gs pos="100000">
                    <a:schemeClr val="bg1">
                      <a:lumMod val="75000"/>
                    </a:schemeClr>
                  </a:gs>
                </a:gsLst>
                <a:path path="shape">
                  <a:fillToRect l="50000" t="50000" r="50000" b="50000"/>
                </a:path>
                <a:tileRect/>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TextBox 77"/>
            <p:cNvSpPr txBox="1"/>
            <p:nvPr/>
          </p:nvSpPr>
          <p:spPr>
            <a:xfrm>
              <a:off x="6039855" y="4396105"/>
              <a:ext cx="836401"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sp>
        <p:nvSpPr>
          <p:cNvPr id="86" name="标题 11"/>
          <p:cNvSpPr txBox="1"/>
          <p:nvPr/>
        </p:nvSpPr>
        <p:spPr>
          <a:xfrm>
            <a:off x="975360" y="1059815"/>
            <a:ext cx="5064125" cy="720725"/>
          </a:xfrm>
          <a:prstGeom prst="rect">
            <a:avLst/>
          </a:prstGeom>
        </p:spPr>
        <p:txBody>
          <a:bodyPr vert="horz" lIns="68571" tIns="34285" rIns="68571" bIns="34285" rtlCol="0" anchor="ctr">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sz="3500" b="1" dirty="0">
                <a:solidFill>
                  <a:schemeClr val="tx1"/>
                </a:solidFill>
                <a:effectLst/>
                <a:latin typeface="微软雅黑" panose="020B0503020204020204" pitchFamily="34" charset="-122"/>
                <a:ea typeface="微软雅黑" panose="020B0503020204020204" pitchFamily="34" charset="-122"/>
                <a:cs typeface="+mn-cs"/>
              </a:rPr>
              <a:t>列</a:t>
            </a:r>
            <a:r>
              <a:rPr lang="en-US" altLang="zh-CN" sz="3500" b="1" dirty="0">
                <a:solidFill>
                  <a:schemeClr val="tx1"/>
                </a:solidFill>
                <a:effectLst/>
                <a:latin typeface="微软雅黑" panose="020B0503020204020204" pitchFamily="34" charset="-122"/>
                <a:ea typeface="微软雅黑" panose="020B0503020204020204" pitchFamily="34" charset="-122"/>
                <a:cs typeface="+mn-cs"/>
              </a:rPr>
              <a:t>  </a:t>
            </a:r>
            <a:r>
              <a:rPr lang="zh-CN" altLang="en-US" sz="3500" b="1" dirty="0">
                <a:solidFill>
                  <a:schemeClr val="tx1"/>
                </a:solidFill>
                <a:effectLst/>
                <a:latin typeface="微软雅黑" panose="020B0503020204020204" pitchFamily="34" charset="-122"/>
                <a:ea typeface="微软雅黑" panose="020B0503020204020204" pitchFamily="34" charset="-122"/>
                <a:cs typeface="+mn-cs"/>
              </a:rPr>
              <a:t>表</a:t>
            </a:r>
            <a:endParaRPr lang="zh-CN" altLang="en-US" sz="3500" b="1" dirty="0">
              <a:solidFill>
                <a:schemeClr val="tx1"/>
              </a:solidFill>
              <a:effectLst/>
              <a:latin typeface="微软雅黑" panose="020B0503020204020204" pitchFamily="34" charset="-122"/>
              <a:ea typeface="微软雅黑" panose="020B0503020204020204" pitchFamily="34" charset="-122"/>
              <a:cs typeface="+mn-cs"/>
            </a:endParaRPr>
          </a:p>
        </p:txBody>
      </p:sp>
      <p:cxnSp>
        <p:nvCxnSpPr>
          <p:cNvPr id="91" name="直接连接符 90"/>
          <p:cNvCxnSpPr/>
          <p:nvPr/>
        </p:nvCxnSpPr>
        <p:spPr>
          <a:xfrm>
            <a:off x="975459" y="1779662"/>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745730" y="1851660"/>
            <a:ext cx="792480" cy="337185"/>
          </a:xfrm>
          <a:prstGeom prst="rect">
            <a:avLst/>
          </a:prstGeom>
          <a:noFill/>
        </p:spPr>
        <p:txBody>
          <a:bodyPr wrap="none" rtlCol="0">
            <a:spAutoFit/>
          </a:bodyPr>
          <a:p>
            <a:r>
              <a:rPr lang="zh-CN" altLang="en-US" sz="1600"/>
              <a:t>朱龙雨</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advTm="11403"/>
    </mc:Choice>
    <mc:Fallback>
      <p:transition advTm="114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序列</a:t>
            </a:r>
            <a:endParaRPr 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10" name="文本框 9"/>
          <p:cNvSpPr txBox="1"/>
          <p:nvPr/>
        </p:nvSpPr>
        <p:spPr>
          <a:xfrm>
            <a:off x="755650" y="982980"/>
            <a:ext cx="7821930" cy="337185"/>
          </a:xfrm>
          <a:prstGeom prst="rect">
            <a:avLst/>
          </a:prstGeom>
          <a:noFill/>
        </p:spPr>
        <p:txBody>
          <a:bodyPr wrap="square" rtlCol="0">
            <a:spAutoFit/>
          </a:bodyPr>
          <a:p>
            <a:r>
              <a:rPr lang="zh-CN" altLang="en-US" sz="1600"/>
              <a:t>对于，</a:t>
            </a:r>
            <a:r>
              <a:rPr lang="zh-CN" altLang="en-US" sz="1600" b="1"/>
              <a:t>字符串、布尔值、整型、浮点型</a:t>
            </a:r>
            <a:r>
              <a:rPr lang="zh-CN" altLang="en-US" sz="1600"/>
              <a:t>这几种数据类型，我们已经比较了解了。</a:t>
            </a:r>
            <a:endParaRPr lang="zh-CN" altLang="en-US" sz="1600"/>
          </a:p>
        </p:txBody>
      </p:sp>
      <p:sp>
        <p:nvSpPr>
          <p:cNvPr id="11" name="文本框 10"/>
          <p:cNvSpPr txBox="1"/>
          <p:nvPr/>
        </p:nvSpPr>
        <p:spPr>
          <a:xfrm>
            <a:off x="755650" y="1506220"/>
            <a:ext cx="7548880" cy="337185"/>
          </a:xfrm>
          <a:prstGeom prst="rect">
            <a:avLst/>
          </a:prstGeom>
          <a:noFill/>
        </p:spPr>
        <p:txBody>
          <a:bodyPr wrap="square" rtlCol="0">
            <a:spAutoFit/>
          </a:bodyPr>
          <a:p>
            <a:r>
              <a:rPr lang="zh-CN" altLang="en-US" sz="1600"/>
              <a:t>今天，我们要来了解一个新的一类数据类型</a:t>
            </a:r>
            <a:r>
              <a:rPr lang="en-US" altLang="zh-CN" sz="1600"/>
              <a:t>——</a:t>
            </a:r>
            <a:r>
              <a:rPr lang="zh-CN" altLang="en-US" sz="1600" b="1"/>
              <a:t>序列</a:t>
            </a:r>
            <a:r>
              <a:rPr lang="zh-CN" altLang="en-US" sz="1600"/>
              <a:t>。</a:t>
            </a:r>
            <a:endParaRPr lang="zh-CN" altLang="en-US" sz="1600"/>
          </a:p>
        </p:txBody>
      </p:sp>
      <p:sp>
        <p:nvSpPr>
          <p:cNvPr id="12" name="文本框 11"/>
          <p:cNvSpPr txBox="1"/>
          <p:nvPr/>
        </p:nvSpPr>
        <p:spPr>
          <a:xfrm>
            <a:off x="755650" y="2029460"/>
            <a:ext cx="8006715" cy="337185"/>
          </a:xfrm>
          <a:prstGeom prst="rect">
            <a:avLst/>
          </a:prstGeom>
          <a:noFill/>
        </p:spPr>
        <p:txBody>
          <a:bodyPr wrap="square" rtlCol="0">
            <a:spAutoFit/>
          </a:bodyPr>
          <a:p>
            <a:r>
              <a:rPr lang="zh-CN" altLang="en-US" sz="1600"/>
              <a:t>我们之后学的这几种数据类型包括之前学的字符串都基本上属于序列类型。</a:t>
            </a:r>
            <a:endParaRPr lang="zh-CN" altLang="en-US" sz="1600"/>
          </a:p>
        </p:txBody>
      </p:sp>
      <p:grpSp>
        <p:nvGrpSpPr>
          <p:cNvPr id="2" name="组合 1"/>
          <p:cNvGrpSpPr/>
          <p:nvPr/>
        </p:nvGrpSpPr>
        <p:grpSpPr>
          <a:xfrm>
            <a:off x="755650" y="2552700"/>
            <a:ext cx="8242300" cy="2320290"/>
            <a:chOff x="1190" y="4020"/>
            <a:chExt cx="12980" cy="3654"/>
          </a:xfrm>
        </p:grpSpPr>
        <p:sp>
          <p:nvSpPr>
            <p:cNvPr id="13" name="文本框 12"/>
            <p:cNvSpPr txBox="1"/>
            <p:nvPr/>
          </p:nvSpPr>
          <p:spPr>
            <a:xfrm>
              <a:off x="1190" y="4020"/>
              <a:ext cx="12981" cy="531"/>
            </a:xfrm>
            <a:prstGeom prst="rect">
              <a:avLst/>
            </a:prstGeom>
            <a:noFill/>
          </p:spPr>
          <p:txBody>
            <a:bodyPr wrap="square" rtlCol="0">
              <a:spAutoFit/>
            </a:bodyPr>
            <a:p>
              <a:r>
                <a:rPr lang="zh-CN" altLang="en-US" sz="1600"/>
                <a:t>序列呢，我们就可以简单的把它比喻为</a:t>
              </a:r>
              <a:r>
                <a:rPr lang="zh-CN" altLang="en-US" sz="1600" b="1"/>
                <a:t>排队的队伍</a:t>
              </a:r>
              <a:r>
                <a:rPr lang="zh-CN" altLang="en-US" sz="1600"/>
                <a:t>，区别只是序列里面排着的是具体的值。</a:t>
              </a:r>
              <a:endParaRPr lang="zh-CN" altLang="en-US" sz="1600"/>
            </a:p>
          </p:txBody>
        </p:sp>
        <p:pic>
          <p:nvPicPr>
            <p:cNvPr id="100" name="图片 99"/>
            <p:cNvPicPr/>
            <p:nvPr/>
          </p:nvPicPr>
          <p:blipFill>
            <a:blip r:embed="rId1"/>
            <a:stretch>
              <a:fillRect/>
            </a:stretch>
          </p:blipFill>
          <p:spPr>
            <a:xfrm>
              <a:off x="2546" y="4810"/>
              <a:ext cx="3720" cy="2718"/>
            </a:xfrm>
            <a:prstGeom prst="rect">
              <a:avLst/>
            </a:prstGeom>
            <a:noFill/>
            <a:ln w="9525">
              <a:noFill/>
            </a:ln>
          </p:spPr>
        </p:pic>
        <p:pic>
          <p:nvPicPr>
            <p:cNvPr id="101" name="图片 100"/>
            <p:cNvPicPr/>
            <p:nvPr/>
          </p:nvPicPr>
          <p:blipFill>
            <a:blip r:embed="rId2"/>
            <a:srcRect l="11877" t="13585" r="12107" b="8378"/>
            <a:stretch>
              <a:fillRect/>
            </a:stretch>
          </p:blipFill>
          <p:spPr>
            <a:xfrm>
              <a:off x="7989" y="4810"/>
              <a:ext cx="3986" cy="2865"/>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序列的通用方法</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9" name="文本框 8"/>
          <p:cNvSpPr txBox="1"/>
          <p:nvPr/>
        </p:nvSpPr>
        <p:spPr>
          <a:xfrm>
            <a:off x="669925" y="988060"/>
            <a:ext cx="7576185" cy="922020"/>
          </a:xfrm>
          <a:prstGeom prst="rect">
            <a:avLst/>
          </a:prstGeom>
          <a:noFill/>
        </p:spPr>
        <p:txBody>
          <a:bodyPr wrap="square" rtlCol="0">
            <a:spAutoFit/>
          </a:bodyPr>
          <a:p>
            <a:pPr>
              <a:lnSpc>
                <a:spcPct val="150000"/>
              </a:lnSpc>
            </a:pPr>
            <a:r>
              <a:rPr lang="zh-CN" altLang="en-US" sz="1800"/>
              <a:t>就像是整型和浮点型都是数字的关系，同属序列的数据类型有一部分可以</a:t>
            </a:r>
            <a:r>
              <a:rPr lang="zh-CN" altLang="en-US" sz="1800" b="1"/>
              <a:t>通用的方法</a:t>
            </a:r>
            <a:r>
              <a:rPr lang="zh-CN" altLang="en-US" sz="1800"/>
              <a:t>，也就是在所以序列类型中都能使用的方法。</a:t>
            </a:r>
            <a:endParaRPr lang="zh-CN" altLang="en-US" sz="1800"/>
          </a:p>
        </p:txBody>
      </p:sp>
      <p:sp>
        <p:nvSpPr>
          <p:cNvPr id="14" name="文本框 13"/>
          <p:cNvSpPr txBox="1"/>
          <p:nvPr/>
        </p:nvSpPr>
        <p:spPr>
          <a:xfrm>
            <a:off x="669925" y="2042160"/>
            <a:ext cx="7719060" cy="922020"/>
          </a:xfrm>
          <a:prstGeom prst="rect">
            <a:avLst/>
          </a:prstGeom>
          <a:noFill/>
        </p:spPr>
        <p:txBody>
          <a:bodyPr wrap="square" rtlCol="0">
            <a:spAutoFit/>
          </a:bodyPr>
          <a:p>
            <a:pPr>
              <a:lnSpc>
                <a:spcPct val="150000"/>
              </a:lnSpc>
            </a:pPr>
            <a:r>
              <a:rPr lang="zh-CN" altLang="en-US" sz="1800"/>
              <a:t>除了我们今天要学到的</a:t>
            </a:r>
            <a:r>
              <a:rPr lang="zh-CN" altLang="en-US" sz="1800" b="1"/>
              <a:t>列表</a:t>
            </a:r>
            <a:r>
              <a:rPr lang="zh-CN" altLang="en-US" sz="1800"/>
              <a:t>，序列类型还有</a:t>
            </a:r>
            <a:r>
              <a:rPr lang="zh-CN" altLang="en-US" sz="1800" b="1"/>
              <a:t>元组</a:t>
            </a:r>
            <a:r>
              <a:rPr lang="zh-CN" altLang="en-US" sz="1800"/>
              <a:t>、</a:t>
            </a:r>
            <a:r>
              <a:rPr lang="zh-CN" altLang="en-US" sz="1800" b="1">
                <a:sym typeface="+mn-ea"/>
              </a:rPr>
              <a:t>字符串</a:t>
            </a:r>
            <a:r>
              <a:rPr lang="zh-CN" altLang="en-US" sz="1800"/>
              <a:t>，后面两个之后再展开讲解。我们这节课重点来学习列表的知识。</a:t>
            </a: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pPr algn="l"/>
            <a:r>
              <a:rPr lang="zh-CN" sz="2400" b="1" kern="0" dirty="0">
                <a:solidFill>
                  <a:prstClr val="black"/>
                </a:solidFill>
                <a:latin typeface="微软雅黑" panose="020B0503020204020204" pitchFamily="34" charset="-122"/>
                <a:cs typeface="+mn-ea"/>
                <a:sym typeface="+mn-lt"/>
              </a:rPr>
              <a:t>列表的概念</a:t>
            </a:r>
            <a:endParaRPr 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661670" y="1059815"/>
            <a:ext cx="7487920" cy="865505"/>
          </a:xfrm>
          <a:prstGeom prst="rect">
            <a:avLst/>
          </a:prstGeom>
          <a:noFill/>
        </p:spPr>
        <p:txBody>
          <a:bodyPr wrap="square" rtlCol="0">
            <a:spAutoFit/>
          </a:bodyPr>
          <a:p>
            <a:pPr>
              <a:lnSpc>
                <a:spcPct val="14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列表</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(list)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是一个典型的序列类型。</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他可以储存多个数值，比如一个班同学的名字。</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661670" y="2969260"/>
            <a:ext cx="7208520" cy="865505"/>
          </a:xfrm>
          <a:prstGeom prst="rect">
            <a:avLst/>
          </a:prstGeom>
          <a:noFill/>
        </p:spPr>
        <p:txBody>
          <a:bodyPr wrap="square" rtlCol="0">
            <a:spAutoFit/>
          </a:bodyPr>
          <a:p>
            <a:pPr algn="l">
              <a:lnSpc>
                <a:spcPct val="140000"/>
              </a:lnSpc>
              <a:buClrTx/>
              <a:buSzTx/>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我们将列表赋值到class这个变量中，所以变量</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class就是列表的名字。</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buClrTx/>
              <a:buSzTx/>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而在列表中的这些值，都被称之为</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元素</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661670" y="2315845"/>
            <a:ext cx="5914390" cy="368300"/>
            <a:chOff x="1042" y="3760"/>
            <a:chExt cx="9314" cy="580"/>
          </a:xfrm>
        </p:grpSpPr>
        <p:sp>
          <p:nvSpPr>
            <p:cNvPr id="9" name="文本框 8"/>
            <p:cNvSpPr txBox="1"/>
            <p:nvPr/>
          </p:nvSpPr>
          <p:spPr>
            <a:xfrm>
              <a:off x="6066" y="3809"/>
              <a:ext cx="4290" cy="483"/>
            </a:xfrm>
            <a:prstGeom prst="rect">
              <a:avLst/>
            </a:prstGeom>
            <a:noFill/>
          </p:spPr>
          <p:txBody>
            <a:bodyPr wrap="square" rtlCol="0">
              <a:spAutoFit/>
            </a:bodyPr>
            <a:p>
              <a:r>
                <a:rPr lang="zh-CN"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创建列表使用</a:t>
              </a:r>
              <a:r>
                <a:rPr lang="en-US" altLang="zh-CN">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中括号</a:t>
              </a:r>
              <a:r>
                <a:rPr lang="en-US"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方括号</a:t>
              </a:r>
              <a:r>
                <a:rPr lang="en-US"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1042" y="3760"/>
              <a:ext cx="5259" cy="580"/>
            </a:xfrm>
            <a:prstGeom prst="rect">
              <a:avLst/>
            </a:prstGeom>
            <a:noFill/>
          </p:spPr>
          <p:txBody>
            <a:bodyPr wrap="square" rtlCol="0">
              <a:spAutoFit/>
            </a:bodyPr>
            <a:p>
              <a:r>
                <a:rPr lang="zh-CN" altLang="en-US" sz="1800">
                  <a:latin typeface="微软雅黑" panose="020B0503020204020204" pitchFamily="34" charset="-122"/>
                  <a:ea typeface="微软雅黑" panose="020B0503020204020204" pitchFamily="34" charset="-122"/>
                </a:rPr>
                <a:t>class = ['小明</a:t>
              </a:r>
              <a:r>
                <a:rPr lang="zh-CN" altLang="en-US" sz="1800">
                  <a:latin typeface="微软雅黑" panose="020B0503020204020204" pitchFamily="34" charset="-122"/>
                  <a:ea typeface="微软雅黑" panose="020B0503020204020204" pitchFamily="34" charset="-122"/>
                </a:rPr>
                <a:t>', '小王', '小李']</a:t>
              </a:r>
              <a:endParaRPr lang="zh-CN" altLang="en-US" sz="1800">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661670" y="4105910"/>
            <a:ext cx="5373370" cy="398780"/>
          </a:xfrm>
          <a:prstGeom prst="rect">
            <a:avLst/>
          </a:prstGeom>
          <a:noFill/>
        </p:spPr>
        <p:txBody>
          <a:bodyPr wrap="none" rtlCol="0" anchor="t">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列表的创建：</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变量名</a:t>
            </a:r>
            <a:r>
              <a:rPr lang="en-US"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列表名</a:t>
            </a:r>
            <a:r>
              <a:rPr lang="en-US"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元素</a:t>
            </a:r>
            <a:r>
              <a:rPr lang="en-US"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元素</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en-US"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656590" y="4665980"/>
            <a:ext cx="5787390" cy="306705"/>
          </a:xfrm>
          <a:prstGeom prst="rect">
            <a:avLst/>
          </a:prstGeom>
          <a:noFill/>
        </p:spPr>
        <p:txBody>
          <a:bodyPr wrap="square" rtlCol="0">
            <a:spAutoFit/>
          </a:bodyPr>
          <a:p>
            <a:r>
              <a:rPr lang="en-US" altLang="zh-CN"/>
              <a:t>ps.</a:t>
            </a:r>
            <a:r>
              <a:rPr lang="zh-CN" altLang="zh-CN"/>
              <a:t>对比一下字符串的创建：变量名</a:t>
            </a:r>
            <a:r>
              <a:rPr lang="en-US" altLang="zh-CN"/>
              <a:t>(</a:t>
            </a:r>
            <a:r>
              <a:rPr lang="zh-CN" altLang="en-US"/>
              <a:t>字符串名</a:t>
            </a:r>
            <a:r>
              <a:rPr lang="en-US" altLang="zh-CN"/>
              <a:t>) = ‘</a:t>
            </a:r>
            <a:r>
              <a:rPr lang="zh-CN" altLang="zh-CN"/>
              <a:t>字符</a:t>
            </a:r>
            <a:r>
              <a:rPr lang="en-US" altLang="zh-CN"/>
              <a:t>1</a:t>
            </a:r>
            <a:r>
              <a:rPr lang="zh-CN" altLang="en-US"/>
              <a:t>字符</a:t>
            </a:r>
            <a:r>
              <a:rPr lang="en-US" altLang="zh-CN"/>
              <a:t>2</a:t>
            </a:r>
            <a:r>
              <a:rPr lang="zh-CN" altLang="en-US"/>
              <a:t>字符</a:t>
            </a:r>
            <a:r>
              <a:rPr lang="en-US" altLang="zh-CN"/>
              <a:t>3……’</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3" grpId="0"/>
      <p:bldP spid="13" grpId="1"/>
      <p:bldP spid="8" grpId="0"/>
      <p:bldP spid="8"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索引</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11505" y="987425"/>
            <a:ext cx="6402070" cy="368300"/>
          </a:xfrm>
          <a:prstGeom prst="rect">
            <a:avLst/>
          </a:prstGeom>
          <a:noFill/>
        </p:spPr>
        <p:txBody>
          <a:bodyPr wrap="none" rtlCol="0">
            <a:spAutoFit/>
          </a:bodyPr>
          <a:p>
            <a:r>
              <a:rPr lang="zh-CN" sz="1800">
                <a:latin typeface="微软雅黑" panose="020B0503020204020204" pitchFamily="34" charset="-122"/>
                <a:ea typeface="微软雅黑" panose="020B0503020204020204" pitchFamily="34" charset="-122"/>
                <a:cs typeface="微软雅黑" panose="020B0503020204020204" pitchFamily="34" charset="-122"/>
              </a:rPr>
              <a:t>列表中的每个元素都有自己的位置</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顺序</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叫做</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或者</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下标</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1043305" y="3867785"/>
            <a:ext cx="6595110" cy="337185"/>
          </a:xfrm>
          <a:prstGeom prst="rect">
            <a:avLst/>
          </a:prstGeom>
          <a:noFill/>
        </p:spPr>
        <p:txBody>
          <a:bodyPr wrap="none" rtlCol="0" anchor="t">
            <a:spAutoFit/>
          </a:bodyPr>
          <a:p>
            <a:r>
              <a:rPr lang="zh-CN" altLang="en-US" sz="1600"/>
              <a:t>从图中我们可以看出，索引不同于我们生活中的排序，它是从</a:t>
            </a:r>
            <a:r>
              <a:rPr lang="en-US" altLang="zh-CN" sz="1600"/>
              <a:t>0</a:t>
            </a:r>
            <a:r>
              <a:rPr lang="zh-CN" altLang="en-US" sz="1600"/>
              <a:t>开始的。</a:t>
            </a:r>
            <a:endParaRPr lang="zh-CN" altLang="en-US" sz="1600"/>
          </a:p>
        </p:txBody>
      </p:sp>
      <p:pic>
        <p:nvPicPr>
          <p:cNvPr id="102" name="图片 101"/>
          <p:cNvPicPr/>
          <p:nvPr/>
        </p:nvPicPr>
        <p:blipFill>
          <a:blip r:embed="rId1"/>
          <a:stretch>
            <a:fillRect/>
          </a:stretch>
        </p:blipFill>
        <p:spPr>
          <a:xfrm>
            <a:off x="661670" y="1591310"/>
            <a:ext cx="7285990" cy="196151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索引</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11505" y="987425"/>
            <a:ext cx="6671945" cy="368300"/>
          </a:xfrm>
          <a:prstGeom prst="rect">
            <a:avLst/>
          </a:prstGeom>
          <a:noFill/>
        </p:spPr>
        <p:txBody>
          <a:bodyPr wrap="none" rtlCol="0">
            <a:spAutoFit/>
          </a:bodyPr>
          <a:p>
            <a:r>
              <a:rPr lang="zh-CN" sz="1800">
                <a:latin typeface="微软雅黑" panose="020B0503020204020204" pitchFamily="34" charset="-122"/>
                <a:ea typeface="微软雅黑" panose="020B0503020204020204" pitchFamily="34" charset="-122"/>
                <a:cs typeface="微软雅黑" panose="020B0503020204020204" pitchFamily="34" charset="-122"/>
              </a:rPr>
              <a:t>除了</a:t>
            </a:r>
            <a:r>
              <a:rPr lang="zh-CN" sz="1800" b="1">
                <a:latin typeface="微软雅黑" panose="020B0503020204020204" pitchFamily="34" charset="-122"/>
                <a:ea typeface="微软雅黑" panose="020B0503020204020204" pitchFamily="34" charset="-122"/>
                <a:cs typeface="微软雅黑" panose="020B0503020204020204" pitchFamily="34" charset="-122"/>
              </a:rPr>
              <a:t>正向索引</a:t>
            </a:r>
            <a:r>
              <a:rPr lang="zh-CN" sz="1800">
                <a:latin typeface="微软雅黑" panose="020B0503020204020204" pitchFamily="34" charset="-122"/>
                <a:ea typeface="微软雅黑" panose="020B0503020204020204" pitchFamily="34" charset="-122"/>
                <a:cs typeface="微软雅黑" panose="020B0503020204020204" pitchFamily="34" charset="-122"/>
              </a:rPr>
              <a:t>外，</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也拥有</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反向索引</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，也是就从尾部开始。</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2771775" y="3940175"/>
            <a:ext cx="2599055" cy="337185"/>
          </a:xfrm>
          <a:prstGeom prst="rect">
            <a:avLst/>
          </a:prstGeom>
          <a:noFill/>
        </p:spPr>
        <p:txBody>
          <a:bodyPr wrap="none" rtlCol="0" anchor="t">
            <a:spAutoFit/>
          </a:bodyPr>
          <a:p>
            <a:r>
              <a:rPr lang="zh-CN" altLang="en-US" sz="1600"/>
              <a:t>反向索引，则是从</a:t>
            </a:r>
            <a:r>
              <a:rPr lang="en-US" altLang="zh-CN" sz="1600"/>
              <a:t>-1</a:t>
            </a:r>
            <a:r>
              <a:rPr lang="zh-CN" altLang="en-US" sz="1600"/>
              <a:t>开始。</a:t>
            </a:r>
            <a:endParaRPr lang="zh-CN" altLang="en-US" sz="1600"/>
          </a:p>
        </p:txBody>
      </p:sp>
      <p:pic>
        <p:nvPicPr>
          <p:cNvPr id="103" name="图片 102"/>
          <p:cNvPicPr/>
          <p:nvPr/>
        </p:nvPicPr>
        <p:blipFill>
          <a:blip r:embed="rId1"/>
          <a:stretch>
            <a:fillRect/>
          </a:stretch>
        </p:blipFill>
        <p:spPr>
          <a:xfrm>
            <a:off x="467360" y="1584325"/>
            <a:ext cx="7220585" cy="205486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索引</a:t>
            </a:r>
            <a:endParaRPr lang="en-US" alt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574040" y="987425"/>
            <a:ext cx="5064760" cy="398780"/>
          </a:xfrm>
          <a:prstGeom prst="rect">
            <a:avLst/>
          </a:prstGeom>
          <a:noFill/>
        </p:spPr>
        <p:txBody>
          <a:bodyPr wrap="non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创建一个列表：</a:t>
            </a:r>
            <a:r>
              <a:rPr lang="en-US" altLang="en-US" sz="2000">
                <a:latin typeface="微软雅黑" panose="020B0503020204020204" pitchFamily="34" charset="-122"/>
                <a:ea typeface="微软雅黑" panose="020B0503020204020204" pitchFamily="34" charset="-122"/>
                <a:cs typeface="微软雅黑" panose="020B0503020204020204" pitchFamily="34" charset="-122"/>
              </a:rPr>
              <a:t>a = [10,20,30,40,50,60,70]</a:t>
            </a:r>
            <a:endParaRPr lang="en-US"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74040" y="1579245"/>
            <a:ext cx="5820410" cy="368300"/>
          </a:xfrm>
          <a:prstGeom prst="rect">
            <a:avLst/>
          </a:prstGeom>
          <a:noFill/>
        </p:spPr>
        <p:txBody>
          <a:bodyPr wrap="square" rtlCol="0">
            <a:spAutoFit/>
          </a:bodyPr>
          <a:p>
            <a:r>
              <a:rPr lang="zh-CN" altLang="en-US" sz="1800"/>
              <a:t>那么索引的作用是什么呢？</a:t>
            </a:r>
            <a:endParaRPr lang="zh-CN" altLang="en-US" sz="1800"/>
          </a:p>
        </p:txBody>
      </p:sp>
      <p:sp>
        <p:nvSpPr>
          <p:cNvPr id="9" name="文本框 8"/>
          <p:cNvSpPr txBox="1"/>
          <p:nvPr/>
        </p:nvSpPr>
        <p:spPr>
          <a:xfrm>
            <a:off x="612140" y="2870200"/>
            <a:ext cx="2077085" cy="798830"/>
          </a:xfrm>
          <a:prstGeom prst="rect">
            <a:avLst/>
          </a:prstGeom>
          <a:noFill/>
        </p:spPr>
        <p:txBody>
          <a:bodyPr wrap="square" rtlCol="0">
            <a:spAutoFit/>
          </a:bodyPr>
          <a:p>
            <a:r>
              <a:rPr lang="zh-CN" altLang="en-US" sz="1800"/>
              <a:t>具体格式如下：</a:t>
            </a:r>
            <a:endParaRPr lang="en-US" altLang="en-US" sz="2400"/>
          </a:p>
          <a:p>
            <a:r>
              <a:rPr lang="en-US" altLang="en-US" sz="2800"/>
              <a:t>print(a[2])</a:t>
            </a:r>
            <a:endParaRPr lang="en-US" altLang="en-US" sz="2800"/>
          </a:p>
        </p:txBody>
      </p:sp>
      <p:sp>
        <p:nvSpPr>
          <p:cNvPr id="11" name="文本框 10"/>
          <p:cNvSpPr txBox="1"/>
          <p:nvPr/>
        </p:nvSpPr>
        <p:spPr>
          <a:xfrm>
            <a:off x="3347720" y="2714625"/>
            <a:ext cx="4814570" cy="1641475"/>
          </a:xfrm>
          <a:prstGeom prst="rect">
            <a:avLst/>
          </a:prstGeom>
          <a:noFill/>
        </p:spPr>
        <p:txBody>
          <a:bodyPr wrap="square" rtlCol="0">
            <a:spAutoFit/>
          </a:bodyPr>
          <a:p>
            <a:pPr>
              <a:lnSpc>
                <a:spcPct val="140000"/>
              </a:lnSpc>
            </a:pPr>
            <a:r>
              <a:rPr lang="zh-CN" altLang="en-US" sz="2400"/>
              <a:t>练习：</a:t>
            </a:r>
            <a:endParaRPr lang="zh-CN" altLang="en-US" sz="2400"/>
          </a:p>
          <a:p>
            <a:pPr>
              <a:lnSpc>
                <a:spcPct val="140000"/>
              </a:lnSpc>
            </a:pPr>
            <a:r>
              <a:rPr lang="zh-CN" altLang="en-US" sz="2400"/>
              <a:t>通过正索引访问</a:t>
            </a:r>
            <a:r>
              <a:rPr lang="en-US" altLang="zh-CN" sz="2400"/>
              <a:t>10,30,50,70</a:t>
            </a:r>
            <a:endParaRPr lang="en-US" altLang="zh-CN" sz="2400"/>
          </a:p>
          <a:p>
            <a:pPr>
              <a:lnSpc>
                <a:spcPct val="140000"/>
              </a:lnSpc>
            </a:pPr>
            <a:r>
              <a:rPr lang="zh-CN" altLang="en-US" sz="2400"/>
              <a:t>通过负索引访问</a:t>
            </a:r>
            <a:r>
              <a:rPr lang="en-US" altLang="zh-CN" sz="2400"/>
              <a:t>20,40,60</a:t>
            </a:r>
            <a:endParaRPr lang="en-US" altLang="zh-CN" sz="2400"/>
          </a:p>
        </p:txBody>
      </p:sp>
      <p:sp>
        <p:nvSpPr>
          <p:cNvPr id="3" name="文本框 2"/>
          <p:cNvSpPr txBox="1"/>
          <p:nvPr/>
        </p:nvSpPr>
        <p:spPr>
          <a:xfrm>
            <a:off x="574040" y="2140585"/>
            <a:ext cx="5958840" cy="368300"/>
          </a:xfrm>
          <a:prstGeom prst="rect">
            <a:avLst/>
          </a:prstGeom>
          <a:noFill/>
        </p:spPr>
        <p:txBody>
          <a:bodyPr wrap="square" rtlCol="0" anchor="t">
            <a:spAutoFit/>
          </a:bodyPr>
          <a:p>
            <a:r>
              <a:rPr lang="zh-CN" altLang="en-US" sz="1800">
                <a:sym typeface="+mn-ea"/>
              </a:rPr>
              <a:t>它的作用就是可以用来访问获取列表中的单个元素。</a:t>
            </a:r>
            <a:endParaRPr lang="zh-CN" altLang="en-US" sz="18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P spid="3" grpId="0"/>
      <p:bldP spid="3" grpId="1"/>
      <p:bldP spid="9" grpId="0"/>
      <p:bldP spid="9" grpId="1"/>
      <p:bldP spid="11" grpId="0"/>
      <p:bldP spid="1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切片</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11505" y="987425"/>
            <a:ext cx="6812280" cy="368300"/>
          </a:xfrm>
          <a:prstGeom prst="rect">
            <a:avLst/>
          </a:prstGeom>
          <a:noFill/>
        </p:spPr>
        <p:txBody>
          <a:bodyPr wrap="none" rtlCol="0">
            <a:spAutoFit/>
          </a:bodyPr>
          <a:p>
            <a:r>
              <a:rPr lang="zh-CN" altLang="en-US" sz="1800" dirty="0">
                <a:latin typeface="微软雅黑" panose="020B0503020204020204" pitchFamily="34" charset="-122"/>
                <a:ea typeface="微软雅黑" panose="020B0503020204020204" pitchFamily="34" charset="-122"/>
                <a:sym typeface="+mn-ea"/>
              </a:rPr>
              <a:t>切片是指对序列截取其中一部分的操作，类似于生活中的切面包。</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683260" y="1403985"/>
            <a:ext cx="3188335" cy="706755"/>
          </a:xfrm>
          <a:prstGeom prst="rect">
            <a:avLst/>
          </a:prstGeom>
          <a:noFill/>
        </p:spPr>
        <p:txBody>
          <a:bodyPr wrap="none" rtlCol="0" anchor="t">
            <a:spAutoFit/>
          </a:bodyPr>
          <a:p>
            <a:r>
              <a:rPr lang="zh-CN" altLang="en-US" sz="2000"/>
              <a:t>切片语法：</a:t>
            </a:r>
            <a:endParaRPr lang="zh-CN" altLang="en-US" sz="2000"/>
          </a:p>
          <a:p>
            <a:r>
              <a:rPr lang="zh-CN" altLang="en-US" sz="2000"/>
              <a:t>列表名</a:t>
            </a:r>
            <a:r>
              <a:rPr lang="en-US" altLang="zh-CN" sz="2000"/>
              <a:t>[</a:t>
            </a:r>
            <a:r>
              <a:rPr lang="zh-CN" altLang="en-US" sz="2000"/>
              <a:t>起始索引</a:t>
            </a:r>
            <a:r>
              <a:rPr lang="en-US" altLang="en-US" sz="2000"/>
              <a:t>:</a:t>
            </a:r>
            <a:r>
              <a:rPr lang="zh-CN" altLang="en-US" sz="2000"/>
              <a:t>结束索引</a:t>
            </a:r>
            <a:r>
              <a:rPr lang="en-US" altLang="zh-CN" sz="2000"/>
              <a:t>]</a:t>
            </a:r>
            <a:endParaRPr lang="en-US" altLang="zh-CN" sz="2000"/>
          </a:p>
        </p:txBody>
      </p:sp>
      <p:pic>
        <p:nvPicPr>
          <p:cNvPr id="31" name="Picture 2" descr="https://timgsa.baidu.com/timg?image&amp;quality=80&amp;size=b9999_10000&amp;sec=1560318339933&amp;di=f497b2a24b57ee4cf52f073c7c571674&amp;imgtype=0&amp;src=http%3A%2F%2Fpic.58pic.com%2F58pic%2F14%2F78%2F57%2F00858PICQeA_1024.jpg"/>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l="9149" t="18996" r="8285" b="14284"/>
          <a:stretch>
            <a:fillRect/>
          </a:stretch>
        </p:blipFill>
        <p:spPr bwMode="auto">
          <a:xfrm>
            <a:off x="4932045" y="1355725"/>
            <a:ext cx="2447925" cy="1317625"/>
          </a:xfrm>
          <a:prstGeom prst="rect">
            <a:avLst/>
          </a:prstGeom>
          <a:noFill/>
          <a:extLst>
            <a:ext uri="{909E8E84-426E-40DD-AFC4-6F175D3DCCD1}">
              <a14:hiddenFill xmlns:a14="http://schemas.microsoft.com/office/drawing/2010/main">
                <a:solidFill>
                  <a:srgbClr val="FFFFFF"/>
                </a:solidFill>
              </a14:hiddenFill>
            </a:ext>
          </a:extLst>
        </p:spPr>
      </p:pic>
      <p:pic>
        <p:nvPicPr>
          <p:cNvPr id="104" name="图片 103"/>
          <p:cNvPicPr/>
          <p:nvPr/>
        </p:nvPicPr>
        <p:blipFill>
          <a:blip r:embed="rId3"/>
          <a:stretch>
            <a:fillRect/>
          </a:stretch>
        </p:blipFill>
        <p:spPr>
          <a:xfrm>
            <a:off x="683260" y="2186305"/>
            <a:ext cx="5496560" cy="2738120"/>
          </a:xfrm>
          <a:prstGeom prst="rect">
            <a:avLst/>
          </a:prstGeom>
          <a:noFill/>
          <a:ln w="9525">
            <a:noFill/>
          </a:ln>
        </p:spPr>
      </p:pic>
      <p:sp>
        <p:nvSpPr>
          <p:cNvPr id="3" name="文本框 2"/>
          <p:cNvSpPr txBox="1"/>
          <p:nvPr/>
        </p:nvSpPr>
        <p:spPr>
          <a:xfrm>
            <a:off x="6517005" y="2931795"/>
            <a:ext cx="1757680" cy="1123950"/>
          </a:xfrm>
          <a:prstGeom prst="rect">
            <a:avLst/>
          </a:prstGeom>
          <a:noFill/>
        </p:spPr>
        <p:txBody>
          <a:bodyPr wrap="square" rtlCol="0">
            <a:spAutoFit/>
          </a:bodyPr>
          <a:p>
            <a:pPr>
              <a:lnSpc>
                <a:spcPct val="140000"/>
              </a:lnSpc>
            </a:pPr>
            <a:r>
              <a:rPr lang="zh-CN" altLang="en-US" sz="1600">
                <a:solidFill>
                  <a:schemeClr val="tx1"/>
                </a:solidFill>
              </a:rPr>
              <a:t>注意：</a:t>
            </a:r>
            <a:endParaRPr lang="zh-CN" altLang="en-US" sz="1600">
              <a:solidFill>
                <a:schemeClr val="tx1"/>
              </a:solidFill>
            </a:endParaRPr>
          </a:p>
          <a:p>
            <a:pPr>
              <a:lnSpc>
                <a:spcPct val="140000"/>
              </a:lnSpc>
            </a:pPr>
            <a:r>
              <a:rPr lang="zh-CN" altLang="en-US" sz="1600">
                <a:solidFill>
                  <a:schemeClr val="tx1"/>
                </a:solidFill>
              </a:rPr>
              <a:t>结束索引为取到最后值的</a:t>
            </a:r>
            <a:r>
              <a:rPr lang="zh-CN" altLang="en-US" sz="1600">
                <a:solidFill>
                  <a:srgbClr val="FF0000"/>
                </a:solidFill>
              </a:rPr>
              <a:t>后一位</a:t>
            </a:r>
            <a:endParaRPr lang="zh-CN" altLang="en-US" sz="16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blinds(horizontal)">
                                      <p:cBhvr>
                                        <p:cTn id="22"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0" grpId="0"/>
      <p:bldP spid="10"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切片练习</a:t>
            </a:r>
            <a:endParaRPr lang="en-US" alt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645795" y="987425"/>
            <a:ext cx="5318760" cy="398780"/>
          </a:xfrm>
          <a:prstGeom prst="rect">
            <a:avLst/>
          </a:prstGeom>
          <a:noFill/>
        </p:spPr>
        <p:txBody>
          <a:bodyPr wrap="non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还是原来的列表：</a:t>
            </a:r>
            <a:r>
              <a:rPr lang="en-US" altLang="en-US" sz="2000">
                <a:latin typeface="微软雅黑" panose="020B0503020204020204" pitchFamily="34" charset="-122"/>
                <a:ea typeface="微软雅黑" panose="020B0503020204020204" pitchFamily="34" charset="-122"/>
                <a:cs typeface="微软雅黑" panose="020B0503020204020204" pitchFamily="34" charset="-122"/>
              </a:rPr>
              <a:t>a = [10,20,30,40,50,60,70]</a:t>
            </a:r>
            <a:endParaRPr lang="en-US"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45795" y="1731010"/>
            <a:ext cx="4142105"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练习</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正索引访问输出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20,30,40,50</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45795" y="2474595"/>
            <a:ext cx="4142105"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练习</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反索引访问输出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30,40,50</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645795" y="3218180"/>
            <a:ext cx="4142105"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练习</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正索引访问输出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40,50,60,70</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645795" y="3961765"/>
            <a:ext cx="4142105"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练习</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反索引访问输出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10,20,30</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687705" y="4547870"/>
            <a:ext cx="5100955" cy="306705"/>
          </a:xfrm>
          <a:prstGeom prst="rect">
            <a:avLst/>
          </a:prstGeom>
          <a:noFill/>
        </p:spPr>
        <p:txBody>
          <a:bodyPr wrap="square" rtlCol="0">
            <a:spAutoFit/>
          </a:bodyPr>
          <a:p>
            <a:r>
              <a:rPr lang="en-US" altLang="zh-CN"/>
              <a:t>ps.</a:t>
            </a:r>
            <a:r>
              <a:rPr lang="zh-CN" altLang="en-US"/>
              <a:t>在切片操作时，我们还可以选择不填写起始索引和结束索引</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修改列表</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61670" y="1608455"/>
            <a:ext cx="2240915" cy="810260"/>
          </a:xfrm>
          <a:prstGeom prst="rect">
            <a:avLst/>
          </a:prstGeom>
          <a:noFill/>
        </p:spPr>
        <p:txBody>
          <a:bodyPr wrap="none" rtlCol="0">
            <a:spAutoFit/>
          </a:bodyPr>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修改语法：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列表名</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索引</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61670" y="1059815"/>
            <a:ext cx="5440680" cy="368300"/>
          </a:xfrm>
          <a:prstGeom prst="rect">
            <a:avLst/>
          </a:prstGeom>
          <a:noFill/>
        </p:spPr>
        <p:txBody>
          <a:bodyPr wrap="non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rPr>
              <a:t>修改列表，就是可以将原有的元素替换为新的元素。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61670" y="2599055"/>
            <a:ext cx="6260465" cy="368300"/>
          </a:xfrm>
          <a:prstGeom prst="rect">
            <a:avLst/>
          </a:prstGeom>
          <a:noFill/>
        </p:spPr>
        <p:txBody>
          <a:bodyPr wrap="square" rtlCol="0">
            <a:spAutoFit/>
          </a:bodyPr>
          <a:p>
            <a:pPr algn="l"/>
            <a:r>
              <a:rPr lang="zh-CN" altLang="zh-CN" sz="1800">
                <a:latin typeface="微软雅黑" panose="020B0503020204020204" pitchFamily="34" charset="-122"/>
                <a:ea typeface="微软雅黑" panose="020B0503020204020204" pitchFamily="34" charset="-122"/>
                <a:cs typeface="微软雅黑" panose="020B0503020204020204" pitchFamily="34" charset="-122"/>
              </a:rPr>
              <a:t>修改列表和我们变量的重新赋值，是差不多的。</a:t>
            </a:r>
            <a:endParaRPr lang="zh-CN"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661670" y="3147695"/>
            <a:ext cx="5669280" cy="368300"/>
          </a:xfrm>
          <a:prstGeom prst="rect">
            <a:avLst/>
          </a:prstGeom>
          <a:noFill/>
        </p:spPr>
        <p:txBody>
          <a:bodyPr wrap="non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rPr>
              <a:t>我们的切片也能和修改配合，从而一次替换多个元素。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716915" y="3744595"/>
            <a:ext cx="4124960" cy="1170305"/>
          </a:xfrm>
          <a:prstGeom prst="rect">
            <a:avLst/>
          </a:prstGeom>
          <a:noFill/>
        </p:spPr>
        <p:txBody>
          <a:bodyPr wrap="none" rtlCol="0">
            <a:spAutoFit/>
          </a:bodyPr>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修改语法：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列表名</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起始索引</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结束索引</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部分元素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数量可以不对等</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P spid="9" grpId="0"/>
      <p:bldP spid="9" grpId="1"/>
      <p:bldP spid="10" grpId="0"/>
      <p:bldP spid="10" grpId="1"/>
      <p:bldP spid="11" grpId="0"/>
      <p:bldP spid="1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修改列表练习</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61670" y="1608455"/>
            <a:ext cx="3611880" cy="450850"/>
          </a:xfrm>
          <a:prstGeom prst="rect">
            <a:avLst/>
          </a:prstGeom>
          <a:noFill/>
        </p:spPr>
        <p:txBody>
          <a:bodyPr wrap="none" rtlCol="0">
            <a:spAutoFit/>
          </a:bodyPr>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修改小明为大明，修改小王为小旺</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61670" y="1059815"/>
            <a:ext cx="4107180" cy="368300"/>
          </a:xfrm>
          <a:prstGeom prst="rect">
            <a:avLst/>
          </a:prstGeom>
          <a:noFill/>
        </p:spPr>
        <p:txBody>
          <a:bodyPr wrap="non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创建一个列表</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 = ['小明', '小王', '小强']</a:t>
            </a:r>
            <a:endParaRPr lang="en-US"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61670" y="2599055"/>
            <a:ext cx="6260465" cy="368300"/>
          </a:xfrm>
          <a:prstGeom prst="rect">
            <a:avLst/>
          </a:prstGeom>
          <a:noFill/>
        </p:spPr>
        <p:txBody>
          <a:bodyPr wrap="square" rtlCol="0">
            <a:spAutoFit/>
          </a:bodyPr>
          <a:p>
            <a:pPr algn="l"/>
            <a:r>
              <a:rPr lang="zh-CN" altLang="zh-CN" sz="1800">
                <a:latin typeface="微软雅黑" panose="020B0503020204020204" pitchFamily="34" charset="-122"/>
                <a:ea typeface="微软雅黑" panose="020B0503020204020204" pitchFamily="34" charset="-122"/>
                <a:cs typeface="微软雅黑" panose="020B0503020204020204" pitchFamily="34" charset="-122"/>
              </a:rPr>
              <a:t>切片和修改是可以结合使用。</a:t>
            </a:r>
            <a:endParaRPr lang="zh-CN"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716915" y="3744595"/>
            <a:ext cx="4124960" cy="1170305"/>
          </a:xfrm>
          <a:prstGeom prst="rect">
            <a:avLst/>
          </a:prstGeom>
          <a:noFill/>
        </p:spPr>
        <p:txBody>
          <a:bodyPr wrap="none" rtlCol="0">
            <a:spAutoFit/>
          </a:bodyPr>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修改语法：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列表名</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起始索引</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结束索引</a:t>
            </a:r>
            <a:r>
              <a:rPr lang="en-US" altLang="en-US" sz="180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部分元素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pPr>
            <a:r>
              <a:rPr lang="en-US" altLang="en-US"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数量可以不对等</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P spid="9" grpId="0"/>
      <p:bldP spid="9" grpId="1"/>
      <p:bldP spid="11" grpId="0"/>
      <p:bldP spid="1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列表添加</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34365" y="1130935"/>
            <a:ext cx="3511550" cy="368300"/>
          </a:xfrm>
          <a:prstGeom prst="rect">
            <a:avLst/>
          </a:prstGeom>
          <a:noFill/>
        </p:spPr>
        <p:txBody>
          <a:bodyPr wrap="none" rtlCol="0">
            <a:spAutoFit/>
          </a:bodyPr>
          <a:p>
            <a:pPr algn="l"/>
            <a:r>
              <a:rPr lang="zh-CN" sz="1800">
                <a:latin typeface="微软雅黑" panose="020B0503020204020204" pitchFamily="34" charset="-122"/>
                <a:ea typeface="微软雅黑" panose="020B0503020204020204" pitchFamily="34" charset="-122"/>
                <a:cs typeface="微软雅黑" panose="020B0503020204020204" pitchFamily="34" charset="-122"/>
              </a:rPr>
              <a:t>列表的添加：列表</a:t>
            </a:r>
            <a:r>
              <a:rPr lang="en-US" sz="1800">
                <a:latin typeface="微软雅黑" panose="020B0503020204020204" pitchFamily="34" charset="-122"/>
                <a:ea typeface="微软雅黑" panose="020B0503020204020204" pitchFamily="34" charset="-122"/>
                <a:cs typeface="微软雅黑" panose="020B0503020204020204" pitchFamily="34" charset="-122"/>
              </a:rPr>
              <a:t>.append(</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元素</a:t>
            </a:r>
            <a:r>
              <a:rPr lang="en-US" sz="1800">
                <a:latin typeface="微软雅黑" panose="020B0503020204020204" pitchFamily="34" charset="-122"/>
                <a:ea typeface="微软雅黑" panose="020B0503020204020204" pitchFamily="34" charset="-122"/>
                <a:cs typeface="微软雅黑" panose="020B0503020204020204" pitchFamily="34" charset="-122"/>
              </a:rPr>
              <a:t>)</a:t>
            </a:r>
            <a:endParaRPr 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34365" y="1767840"/>
            <a:ext cx="1703705" cy="368300"/>
          </a:xfrm>
          <a:prstGeom prst="rect">
            <a:avLst/>
          </a:prstGeom>
          <a:noFill/>
        </p:spPr>
        <p:txBody>
          <a:bodyPr wrap="none" rtlCol="0">
            <a:spAutoFit/>
          </a:bodyPr>
          <a:p>
            <a:pPr algn="l"/>
            <a:r>
              <a:rPr lang="en-US" altLang="zh-CN" sz="1800">
                <a:latin typeface="微软雅黑" panose="020B0503020204020204" pitchFamily="34" charset="-122"/>
                <a:ea typeface="微软雅黑" panose="020B0503020204020204" pitchFamily="34" charset="-122"/>
                <a:cs typeface="微软雅黑" panose="020B0503020204020204" pitchFamily="34" charset="-122"/>
              </a:rPr>
              <a:t>append</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：追加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61670" y="2404745"/>
            <a:ext cx="6260465" cy="368300"/>
          </a:xfrm>
          <a:prstGeom prst="rect">
            <a:avLst/>
          </a:prstGeom>
          <a:noFill/>
        </p:spPr>
        <p:txBody>
          <a:bodyPr wrap="squar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rPr>
              <a:t>追加，故名思议，添加的元素都是添加到列表的最后面。</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646430" y="3291840"/>
            <a:ext cx="6732905" cy="368300"/>
          </a:xfrm>
          <a:prstGeom prst="rect">
            <a:avLst/>
          </a:prstGeom>
          <a:noFill/>
        </p:spPr>
        <p:txBody>
          <a:bodyPr wrap="non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append</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，我们需要的只是元素的名字，并不需要具体索引。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P spid="9" grpId="0"/>
      <p:bldP spid="9" grpId="1"/>
      <p:bldP spid="3" grpId="0"/>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列表的插入</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2" name="文本框 1"/>
          <p:cNvSpPr txBox="1"/>
          <p:nvPr/>
        </p:nvSpPr>
        <p:spPr>
          <a:xfrm>
            <a:off x="634365" y="1130935"/>
            <a:ext cx="4034155" cy="368300"/>
          </a:xfrm>
          <a:prstGeom prst="rect">
            <a:avLst/>
          </a:prstGeom>
          <a:noFill/>
        </p:spPr>
        <p:txBody>
          <a:bodyPr wrap="none" rtlCol="0">
            <a:spAutoFit/>
          </a:bodyPr>
          <a:p>
            <a:pPr algn="l"/>
            <a:r>
              <a:rPr lang="zh-CN" sz="1800">
                <a:latin typeface="微软雅黑" panose="020B0503020204020204" pitchFamily="34" charset="-122"/>
                <a:ea typeface="微软雅黑" panose="020B0503020204020204" pitchFamily="34" charset="-122"/>
                <a:cs typeface="微软雅黑" panose="020B0503020204020204" pitchFamily="34" charset="-122"/>
              </a:rPr>
              <a:t>列表的插入：列表名</a:t>
            </a:r>
            <a:r>
              <a:rPr lang="en-US" sz="180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索引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元素</a:t>
            </a:r>
            <a:r>
              <a:rPr lang="en-US" sz="1800">
                <a:latin typeface="微软雅黑" panose="020B0503020204020204" pitchFamily="34" charset="-122"/>
                <a:ea typeface="微软雅黑" panose="020B0503020204020204" pitchFamily="34" charset="-122"/>
                <a:cs typeface="微软雅黑" panose="020B0503020204020204" pitchFamily="34" charset="-122"/>
              </a:rPr>
              <a:t>)</a:t>
            </a:r>
            <a:endParaRPr 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34365" y="1698625"/>
            <a:ext cx="1485265" cy="368300"/>
          </a:xfrm>
          <a:prstGeom prst="rect">
            <a:avLst/>
          </a:prstGeom>
          <a:noFill/>
        </p:spPr>
        <p:txBody>
          <a:bodyPr wrap="none" rtlCol="0">
            <a:spAutoFit/>
          </a:bodyPr>
          <a:p>
            <a:pPr algn="l"/>
            <a:r>
              <a:rPr lang="en-US" altLang="zh-CN" sz="180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：插入</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34365" y="2266315"/>
            <a:ext cx="6260465" cy="368300"/>
          </a:xfrm>
          <a:prstGeom prst="rect">
            <a:avLst/>
          </a:prstGeom>
          <a:noFill/>
        </p:spPr>
        <p:txBody>
          <a:bodyPr wrap="squar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rPr>
              <a:t>插入，和追加不同的是可以选择具体添加的位置。</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634365" y="3110865"/>
            <a:ext cx="7269480" cy="645160"/>
          </a:xfrm>
          <a:prstGeom prst="rect">
            <a:avLst/>
          </a:prstGeom>
          <a:noFill/>
        </p:spPr>
        <p:txBody>
          <a:bodyPr wrap="none" rtlCol="0">
            <a:spAutoFit/>
          </a:bodyPr>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和修改不同，当插入的索引超出了索引界限，那么它便会添加在最后，</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反向索引，则是添加在最前面。</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634365" y="3955415"/>
            <a:ext cx="4834890" cy="368300"/>
          </a:xfrm>
          <a:prstGeom prst="rect">
            <a:avLst/>
          </a:prstGeom>
          <a:noFill/>
        </p:spPr>
        <p:txBody>
          <a:bodyPr wrap="none" rtlCol="0">
            <a:spAutoFit/>
          </a:bodyPr>
          <a:p>
            <a:pPr algn="l"/>
            <a:r>
              <a:rPr lang="en-US" altLang="en-US" sz="180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append</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一样，都是属于列表的方法。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P spid="9" grpId="0"/>
      <p:bldP spid="9" grpId="1"/>
      <p:bldP spid="3" grpId="0"/>
      <p:bldP spid="3" grpId="1"/>
      <p:bldP spid="10" grpId="0"/>
      <p:bldP spid="1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删除列表中的元素</a:t>
            </a:r>
            <a:endParaRPr 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667385" y="1059180"/>
            <a:ext cx="1336040" cy="460375"/>
          </a:xfrm>
          <a:prstGeom prst="rect">
            <a:avLst/>
          </a:prstGeom>
          <a:noFill/>
        </p:spPr>
        <p:txBody>
          <a:bodyPr wrap="none" rtlCol="0">
            <a:spAutoFit/>
          </a:bodyPr>
          <a:p>
            <a:r>
              <a:rPr lang="en-US" altLang="zh-CN" sz="2400" b="1">
                <a:solidFill>
                  <a:srgbClr val="FF0000"/>
                </a:solidFill>
                <a:latin typeface="微软雅黑" panose="020B0503020204020204" pitchFamily="34" charset="-122"/>
                <a:ea typeface="微软雅黑" panose="020B0503020204020204" pitchFamily="34" charset="-122"/>
              </a:rPr>
              <a:t>del</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删除</a:t>
            </a:r>
            <a:endParaRPr lang="zh-CN" altLang="en-US" sz="2400">
              <a:latin typeface="微软雅黑" panose="020B0503020204020204" pitchFamily="34" charset="-122"/>
              <a:ea typeface="微软雅黑" panose="020B0503020204020204" pitchFamily="34" charset="-122"/>
            </a:endParaRPr>
          </a:p>
        </p:txBody>
      </p:sp>
      <p:sp>
        <p:nvSpPr>
          <p:cNvPr id="8" name="文本框 7"/>
          <p:cNvSpPr txBox="1"/>
          <p:nvPr/>
        </p:nvSpPr>
        <p:spPr>
          <a:xfrm>
            <a:off x="667385" y="1761490"/>
            <a:ext cx="5814060" cy="398780"/>
          </a:xfrm>
          <a:prstGeom prst="rect">
            <a:avLst/>
          </a:prstGeom>
          <a:noFill/>
        </p:spPr>
        <p:txBody>
          <a:bodyPr wrap="square" rtlCol="0">
            <a:spAutoFit/>
          </a:bodyPr>
          <a:p>
            <a:r>
              <a:rPr lang="en-US" altLang="zh-CN" sz="2000">
                <a:latin typeface="微软雅黑" panose="020B0503020204020204" pitchFamily="34" charset="-122"/>
                <a:ea typeface="微软雅黑" panose="020B0503020204020204" pitchFamily="34" charset="-122"/>
                <a:cs typeface="微软雅黑" panose="020B0503020204020204" pitchFamily="34" charset="-122"/>
              </a:rPr>
              <a:t>del</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是关键字，并不是列表的方法。</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28"/>
          <p:cNvSpPr txBox="1"/>
          <p:nvPr/>
        </p:nvSpPr>
        <p:spPr>
          <a:xfrm>
            <a:off x="661670" y="3147695"/>
            <a:ext cx="7668895" cy="706755"/>
          </a:xfrm>
          <a:prstGeom prst="rect">
            <a:avLst/>
          </a:prstGeom>
          <a:noFill/>
        </p:spPr>
        <p:txBody>
          <a:bodyPr wrap="none" rtlCol="0">
            <a:spAutoFit/>
          </a:bodyPr>
          <a:p>
            <a:pPr algn="l">
              <a:buClrTx/>
              <a:buSzTx/>
              <a:buFontTx/>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del</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关键字，我们后面的索引也可以设为切片，这样就可以一次</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algn="l">
              <a:buClrTx/>
              <a:buSzTx/>
              <a:buFontTx/>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删除多个元素。</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667385" y="2402205"/>
            <a:ext cx="4714240" cy="398780"/>
          </a:xfrm>
          <a:prstGeom prst="rect">
            <a:avLst/>
          </a:prstGeom>
          <a:noFill/>
        </p:spPr>
        <p:txBody>
          <a:bodyPr wrap="square" rtlCol="0">
            <a:spAutoFit/>
          </a:bodyPr>
          <a:p>
            <a:r>
              <a:rPr lang="en-US" altLang="zh-CN" sz="2000">
                <a:latin typeface="微软雅黑" panose="020B0503020204020204" pitchFamily="34" charset="-122"/>
                <a:ea typeface="微软雅黑" panose="020B0503020204020204" pitchFamily="34" charset="-122"/>
                <a:cs typeface="微软雅黑" panose="020B0503020204020204" pitchFamily="34" charset="-122"/>
              </a:rPr>
              <a:t>del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列表名</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索引</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清空列表全部元素</a:t>
            </a:r>
            <a:endParaRPr 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595630" y="1059180"/>
            <a:ext cx="3022600" cy="398780"/>
          </a:xfrm>
          <a:prstGeom prst="rect">
            <a:avLst/>
          </a:prstGeom>
          <a:noFill/>
        </p:spPr>
        <p:txBody>
          <a:bodyPr wrap="none" rtlCol="0">
            <a:spAutoFit/>
          </a:bodyPr>
          <a:p>
            <a:r>
              <a:rPr lang="zh-CN" altLang="en-US" sz="2000">
                <a:latin typeface="微软雅黑" panose="020B0503020204020204" pitchFamily="34" charset="-122"/>
                <a:ea typeface="微软雅黑" panose="020B0503020204020204" pitchFamily="34" charset="-122"/>
              </a:rPr>
              <a:t>清空列表：列表名</a:t>
            </a:r>
            <a:r>
              <a:rPr lang="en-US" altLang="en-US" sz="2000">
                <a:latin typeface="微软雅黑" panose="020B0503020204020204" pitchFamily="34" charset="-122"/>
                <a:ea typeface="微软雅黑" panose="020B0503020204020204" pitchFamily="34" charset="-122"/>
              </a:rPr>
              <a:t>.clear()</a:t>
            </a:r>
            <a:endParaRPr lang="en-US" altLang="en-US" sz="2000">
              <a:latin typeface="微软雅黑" panose="020B0503020204020204" pitchFamily="34" charset="-122"/>
              <a:ea typeface="微软雅黑" panose="020B0503020204020204" pitchFamily="34" charset="-122"/>
            </a:endParaRPr>
          </a:p>
        </p:txBody>
      </p:sp>
      <p:sp>
        <p:nvSpPr>
          <p:cNvPr id="8" name="文本框 7"/>
          <p:cNvSpPr txBox="1"/>
          <p:nvPr/>
        </p:nvSpPr>
        <p:spPr>
          <a:xfrm>
            <a:off x="595630" y="1815465"/>
            <a:ext cx="5814060"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这个方法就是将列表中所有的元素全部删除。</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28"/>
          <p:cNvSpPr txBox="1"/>
          <p:nvPr/>
        </p:nvSpPr>
        <p:spPr>
          <a:xfrm>
            <a:off x="595630" y="2571750"/>
            <a:ext cx="8161655" cy="398780"/>
          </a:xfrm>
          <a:prstGeom prst="rect">
            <a:avLst/>
          </a:prstGeom>
          <a:noFill/>
        </p:spPr>
        <p:txBody>
          <a:bodyPr wrap="none" rtlCol="0">
            <a:spAutoFit/>
          </a:bodyPr>
          <a:p>
            <a:pPr algn="l">
              <a:buClrTx/>
              <a:buSzTx/>
              <a:buFontTx/>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当然我们使用</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del</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加切片也可以，但是相比起来，还是</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clear()</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更加简单。</a:t>
            </a:r>
            <a:endParaRPr lang="zh-CN"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获取列表长度</a:t>
            </a:r>
            <a:r>
              <a:rPr lang="en-US" altLang="zh-CN" sz="2400" b="1" kern="0" dirty="0">
                <a:solidFill>
                  <a:prstClr val="black"/>
                </a:solidFill>
                <a:latin typeface="微软雅黑" panose="020B0503020204020204" pitchFamily="34" charset="-122"/>
                <a:cs typeface="+mn-ea"/>
                <a:sym typeface="+mn-lt"/>
              </a:rPr>
              <a:t>(</a:t>
            </a:r>
            <a:r>
              <a:rPr lang="zh-CN" altLang="zh-CN" sz="2400" b="1" kern="0" dirty="0">
                <a:solidFill>
                  <a:prstClr val="black"/>
                </a:solidFill>
                <a:latin typeface="微软雅黑" panose="020B0503020204020204" pitchFamily="34" charset="-122"/>
                <a:cs typeface="+mn-ea"/>
                <a:sym typeface="+mn-lt"/>
              </a:rPr>
              <a:t>元素个数</a:t>
            </a:r>
            <a:r>
              <a:rPr lang="en-US" altLang="zh-CN" sz="2400" b="1" kern="0" dirty="0">
                <a:solidFill>
                  <a:prstClr val="black"/>
                </a:solidFill>
                <a:latin typeface="微软雅黑" panose="020B0503020204020204" pitchFamily="34" charset="-122"/>
                <a:cs typeface="+mn-ea"/>
                <a:sym typeface="+mn-lt"/>
              </a:rPr>
              <a:t>)</a:t>
            </a:r>
            <a:endParaRPr lang="en-US" alt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739140" y="1059180"/>
            <a:ext cx="3260725" cy="398780"/>
          </a:xfrm>
          <a:prstGeom prst="rect">
            <a:avLst/>
          </a:prstGeom>
          <a:noFill/>
        </p:spPr>
        <p:txBody>
          <a:bodyPr wrap="none" rtlCol="0">
            <a:spAutoFit/>
          </a:bodyPr>
          <a:p>
            <a:r>
              <a:rPr lang="zh-CN" altLang="en-US" sz="2000">
                <a:latin typeface="微软雅黑" panose="020B0503020204020204" pitchFamily="34" charset="-122"/>
                <a:ea typeface="微软雅黑" panose="020B0503020204020204" pitchFamily="34" charset="-122"/>
              </a:rPr>
              <a:t>获取列表长度：</a:t>
            </a:r>
            <a:r>
              <a:rPr lang="en-US" altLang="en-US" sz="2000">
                <a:latin typeface="微软雅黑" panose="020B0503020204020204" pitchFamily="34" charset="-122"/>
                <a:ea typeface="微软雅黑" panose="020B0503020204020204" pitchFamily="34" charset="-122"/>
              </a:rPr>
              <a:t>len(</a:t>
            </a:r>
            <a:r>
              <a:rPr lang="zh-CN" altLang="en-US" sz="2000">
                <a:latin typeface="微软雅黑" panose="020B0503020204020204" pitchFamily="34" charset="-122"/>
                <a:ea typeface="微软雅黑" panose="020B0503020204020204" pitchFamily="34" charset="-122"/>
              </a:rPr>
              <a:t>列表名</a:t>
            </a:r>
            <a:r>
              <a:rPr lang="en-US" altLang="zh-CN" sz="200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p:txBody>
      </p:sp>
      <p:sp>
        <p:nvSpPr>
          <p:cNvPr id="8" name="文本框 7"/>
          <p:cNvSpPr txBox="1"/>
          <p:nvPr/>
        </p:nvSpPr>
        <p:spPr>
          <a:xfrm>
            <a:off x="739140" y="1755140"/>
            <a:ext cx="5814060" cy="398780"/>
          </a:xfrm>
          <a:prstGeom prst="rect">
            <a:avLst/>
          </a:prstGeom>
          <a:noFill/>
        </p:spPr>
        <p:txBody>
          <a:bodyPr wrap="square" rtlCol="0">
            <a:spAutoFit/>
          </a:bodyPr>
          <a:p>
            <a:r>
              <a:rPr lang="en-US" altLang="zh-CN" sz="2000">
                <a:latin typeface="微软雅黑" panose="020B0503020204020204" pitchFamily="34" charset="-122"/>
                <a:ea typeface="微软雅黑" panose="020B0503020204020204" pitchFamily="34" charset="-122"/>
                <a:cs typeface="微软雅黑" panose="020B0503020204020204" pitchFamily="34" charset="-122"/>
              </a:rPr>
              <a:t>len()</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是内置函数，它和方法和关键字则也不相同。</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28"/>
          <p:cNvSpPr txBox="1"/>
          <p:nvPr/>
        </p:nvSpPr>
        <p:spPr>
          <a:xfrm>
            <a:off x="739140" y="2451100"/>
            <a:ext cx="3230880" cy="398780"/>
          </a:xfrm>
          <a:prstGeom prst="rect">
            <a:avLst/>
          </a:prstGeom>
          <a:noFill/>
        </p:spPr>
        <p:txBody>
          <a:bodyPr wrap="none" rtlCol="0">
            <a:spAutoFit/>
          </a:bodyPr>
          <a:p>
            <a:pPr algn="l">
              <a:buClrTx/>
              <a:buSzTx/>
              <a:buFontTx/>
            </a:pPr>
            <a:r>
              <a:rPr lang="zh-CN" altLang="zh-CN" sz="2000">
                <a:latin typeface="微软雅黑" panose="020B0503020204020204" pitchFamily="34" charset="-122"/>
                <a:ea typeface="微软雅黑" panose="020B0503020204020204" pitchFamily="34" charset="-122"/>
                <a:cs typeface="微软雅黑" panose="020B0503020204020204" pitchFamily="34" charset="-122"/>
              </a:rPr>
              <a:t>它返回的便是元素的个数。</a:t>
            </a:r>
            <a:endParaRPr lang="zh-CN"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739140" y="3147060"/>
            <a:ext cx="5429250" cy="124777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列表综合练习</a:t>
            </a:r>
            <a:r>
              <a:rPr lang="en-US" altLang="zh-CN" sz="2400" b="1" kern="0" dirty="0">
                <a:solidFill>
                  <a:prstClr val="black"/>
                </a:solidFill>
                <a:latin typeface="微软雅黑" panose="020B0503020204020204" pitchFamily="34" charset="-122"/>
                <a:cs typeface="+mn-ea"/>
                <a:sym typeface="+mn-lt"/>
              </a:rPr>
              <a:t>1</a:t>
            </a:r>
            <a:endParaRPr lang="en-US" alt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100" name="文本框 99"/>
          <p:cNvSpPr txBox="1"/>
          <p:nvPr/>
        </p:nvSpPr>
        <p:spPr>
          <a:xfrm>
            <a:off x="652145" y="987425"/>
            <a:ext cx="7839075" cy="1938020"/>
          </a:xfrm>
          <a:prstGeom prst="rect">
            <a:avLst/>
          </a:prstGeom>
          <a:noFill/>
          <a:ln w="9525">
            <a:noFill/>
          </a:ln>
        </p:spPr>
        <p:txBody>
          <a:bodyPr wrap="square">
            <a:spAutoFit/>
          </a:bodyPr>
          <a:p>
            <a:pPr indent="0">
              <a:lnSpc>
                <a:spcPct val="150000"/>
              </a:lnSpc>
            </a:pPr>
            <a:r>
              <a:rPr lang="en-US" altLang="zh-CN" sz="2000" b="0">
                <a:latin typeface="微软雅黑" panose="020B0503020204020204" pitchFamily="34" charset="-122"/>
                <a:ea typeface="微软雅黑" panose="020B0503020204020204" pitchFamily="34" charset="-122"/>
                <a:cs typeface="微软雅黑" panose="020B0503020204020204" pitchFamily="34" charset="-122"/>
              </a:rPr>
              <a:t>1.</a:t>
            </a:r>
            <a:r>
              <a:rPr lang="zh-CN" sz="2000" b="0">
                <a:latin typeface="微软雅黑" panose="020B0503020204020204" pitchFamily="34" charset="-122"/>
                <a:ea typeface="微软雅黑" panose="020B0503020204020204" pitchFamily="34" charset="-122"/>
                <a:cs typeface="微软雅黑" panose="020B0503020204020204" pitchFamily="34" charset="-122"/>
              </a:rPr>
              <a:t>创建一个列表，里面储存了小明几次的考试成绩—99,59,82</a:t>
            </a:r>
            <a:r>
              <a:rPr lang="en-US" sz="2000" b="0">
                <a:latin typeface="微软雅黑" panose="020B0503020204020204" pitchFamily="34" charset="-122"/>
                <a:ea typeface="微软雅黑" panose="020B0503020204020204" pitchFamily="34" charset="-122"/>
                <a:cs typeface="微软雅黑" panose="020B0503020204020204" pitchFamily="34" charset="-122"/>
              </a:rPr>
              <a:t>,71</a:t>
            </a:r>
            <a:r>
              <a:rPr lang="zh-CN" sz="2000" b="0">
                <a:latin typeface="微软雅黑" panose="020B0503020204020204" pitchFamily="34" charset="-122"/>
                <a:ea typeface="微软雅黑" panose="020B0503020204020204" pitchFamily="34" charset="-122"/>
                <a:cs typeface="微软雅黑" panose="020B0503020204020204" pitchFamily="34" charset="-122"/>
              </a:rPr>
              <a:t>2.修改59为993.访问714.添加84</a:t>
            </a: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列表综合练习</a:t>
            </a:r>
            <a:r>
              <a:rPr lang="en-US" altLang="zh-CN" sz="2400" b="1" kern="0" dirty="0">
                <a:solidFill>
                  <a:prstClr val="black"/>
                </a:solidFill>
                <a:latin typeface="微软雅黑" panose="020B0503020204020204" pitchFamily="34" charset="-122"/>
                <a:cs typeface="+mn-ea"/>
                <a:sym typeface="+mn-lt"/>
              </a:rPr>
              <a:t>2</a:t>
            </a:r>
            <a:endParaRPr lang="en-US" alt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100" name="文本框 99"/>
          <p:cNvSpPr txBox="1"/>
          <p:nvPr/>
        </p:nvSpPr>
        <p:spPr>
          <a:xfrm>
            <a:off x="652145" y="987425"/>
            <a:ext cx="7839075" cy="3784600"/>
          </a:xfrm>
          <a:prstGeom prst="rect">
            <a:avLst/>
          </a:prstGeom>
          <a:noFill/>
          <a:ln w="9525">
            <a:noFill/>
          </a:ln>
        </p:spPr>
        <p:txBody>
          <a:bodyPr wrap="square">
            <a:spAutoFit/>
          </a:bodyPr>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a = ['小明', '小王', '小红']</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小组本来有三个人，</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后面新加入了一个成员'小蓝'，</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但是小王不喜欢小蓝，所以小王退出了</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小王退出后又来了一个成员，但是他是老成员，要排在小蓝的前面，叫小紫</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后来过来一段时间，小红改名了叫小敏</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再后呢，小组解散了，都没了</a:t>
            </a:r>
            <a:endParaRPr sz="20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列表综合练习</a:t>
            </a:r>
            <a:r>
              <a:rPr lang="en-US" altLang="zh-CN" sz="2400" b="1" kern="0" dirty="0">
                <a:solidFill>
                  <a:prstClr val="black"/>
                </a:solidFill>
                <a:latin typeface="微软雅黑" panose="020B0503020204020204" pitchFamily="34" charset="-122"/>
                <a:cs typeface="+mn-ea"/>
                <a:sym typeface="+mn-lt"/>
              </a:rPr>
              <a:t>3</a:t>
            </a:r>
            <a:endParaRPr lang="en-US" alt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100" name="文本框 99"/>
          <p:cNvSpPr txBox="1"/>
          <p:nvPr/>
        </p:nvSpPr>
        <p:spPr>
          <a:xfrm>
            <a:off x="652145" y="987425"/>
            <a:ext cx="7839075" cy="3784600"/>
          </a:xfrm>
          <a:prstGeom prst="rect">
            <a:avLst/>
          </a:prstGeom>
          <a:noFill/>
          <a:ln w="9525">
            <a:noFill/>
          </a:ln>
        </p:spPr>
        <p:txBody>
          <a:bodyPr wrap="square">
            <a:spAutoFit/>
          </a:bodyPr>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设计一个程序，可以循环输入学生的成绩，并将其存储到列表中，然后输出这个列表和这个列表中成绩的平均分数。</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要求：</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1.创建一个列表</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2.</a:t>
            </a:r>
            <a:r>
              <a:rPr lang="en-US" sz="2000" b="0">
                <a:latin typeface="微软雅黑" panose="020B0503020204020204" pitchFamily="34" charset="-122"/>
                <a:ea typeface="微软雅黑" panose="020B0503020204020204" pitchFamily="34" charset="-122"/>
                <a:cs typeface="微软雅黑" panose="020B0503020204020204" pitchFamily="34" charset="-122"/>
              </a:rPr>
              <a:t>input()</a:t>
            </a:r>
            <a:r>
              <a:rPr sz="2000" b="0">
                <a:latin typeface="微软雅黑" panose="020B0503020204020204" pitchFamily="34" charset="-122"/>
                <a:ea typeface="微软雅黑" panose="020B0503020204020204" pitchFamily="34" charset="-122"/>
                <a:cs typeface="微软雅黑" panose="020B0503020204020204" pitchFamily="34" charset="-122"/>
              </a:rPr>
              <a:t>获取输入的成绩</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3.将成绩储存进列表</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4.输出列表和平均成绩</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5.循环2.3.4步骤</a:t>
            </a:r>
            <a:endParaRPr sz="20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03567" y="3761789"/>
            <a:ext cx="432048" cy="357458"/>
          </a:xfrm>
          <a:prstGeom prst="rect">
            <a:avLst/>
          </a:prstGeom>
          <a:solidFill>
            <a:srgbClr val="0070C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555103" y="3761789"/>
            <a:ext cx="432048" cy="3777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166067" y="3761789"/>
            <a:ext cx="432048" cy="3777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4"/>
          <p:cNvSpPr/>
          <p:nvPr/>
        </p:nvSpPr>
        <p:spPr>
          <a:xfrm>
            <a:off x="5382" y="3818580"/>
            <a:ext cx="9144000" cy="1324920"/>
          </a:xfrm>
          <a:custGeom>
            <a:avLst/>
            <a:gdLst/>
            <a:ahLst/>
            <a:cxnLst/>
            <a:rect l="l" t="t" r="r" b="b"/>
            <a:pathLst>
              <a:path w="9144000" h="1489474">
                <a:moveTo>
                  <a:pt x="0" y="0"/>
                </a:moveTo>
                <a:lnTo>
                  <a:pt x="3210767" y="0"/>
                </a:lnTo>
                <a:cubicBezTo>
                  <a:pt x="3223431" y="94117"/>
                  <a:pt x="3287443" y="164136"/>
                  <a:pt x="3364004" y="164136"/>
                </a:cubicBezTo>
                <a:cubicBezTo>
                  <a:pt x="3440565" y="164136"/>
                  <a:pt x="3504578" y="94117"/>
                  <a:pt x="3517241" y="0"/>
                </a:cubicBezTo>
                <a:lnTo>
                  <a:pt x="4433668" y="0"/>
                </a:lnTo>
                <a:cubicBezTo>
                  <a:pt x="4446331" y="94117"/>
                  <a:pt x="4510344" y="164136"/>
                  <a:pt x="4586904" y="164136"/>
                </a:cubicBezTo>
                <a:cubicBezTo>
                  <a:pt x="4663465" y="164136"/>
                  <a:pt x="4727478" y="94117"/>
                  <a:pt x="4740141" y="0"/>
                </a:cubicBezTo>
                <a:lnTo>
                  <a:pt x="5655363" y="0"/>
                </a:lnTo>
                <a:cubicBezTo>
                  <a:pt x="5668026" y="94117"/>
                  <a:pt x="5732039" y="164136"/>
                  <a:pt x="5808599" y="164136"/>
                </a:cubicBezTo>
                <a:cubicBezTo>
                  <a:pt x="5885160" y="164136"/>
                  <a:pt x="5949173" y="94117"/>
                  <a:pt x="5961836" y="0"/>
                </a:cubicBezTo>
                <a:lnTo>
                  <a:pt x="9144000" y="0"/>
                </a:lnTo>
                <a:lnTo>
                  <a:pt x="9144000" y="1489474"/>
                </a:lnTo>
                <a:lnTo>
                  <a:pt x="0" y="1489474"/>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2195736" y="3499670"/>
            <a:ext cx="1196088" cy="1232320"/>
            <a:chOff x="2195736" y="3408895"/>
            <a:chExt cx="1196088" cy="1232320"/>
          </a:xfrm>
        </p:grpSpPr>
        <p:sp>
          <p:nvSpPr>
            <p:cNvPr id="17" name="椭圆 16"/>
            <p:cNvSpPr/>
            <p:nvPr/>
          </p:nvSpPr>
          <p:spPr>
            <a:xfrm>
              <a:off x="2274701"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p:cNvSpPr txBox="1"/>
            <p:nvPr/>
          </p:nvSpPr>
          <p:spPr>
            <a:xfrm>
              <a:off x="2195736" y="4396105"/>
              <a:ext cx="1196088"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34" name="组合 33"/>
          <p:cNvGrpSpPr/>
          <p:nvPr/>
        </p:nvGrpSpPr>
        <p:grpSpPr>
          <a:xfrm>
            <a:off x="3496518" y="3499670"/>
            <a:ext cx="1041582" cy="1232320"/>
            <a:chOff x="3496518" y="3408895"/>
            <a:chExt cx="1041582" cy="1232320"/>
          </a:xfrm>
        </p:grpSpPr>
        <p:sp>
          <p:nvSpPr>
            <p:cNvPr id="35" name="椭圆 34"/>
            <p:cNvSpPr/>
            <p:nvPr/>
          </p:nvSpPr>
          <p:spPr>
            <a:xfrm>
              <a:off x="3496518"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3524130" y="4396105"/>
              <a:ext cx="1013970"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67" name="组合 66"/>
          <p:cNvGrpSpPr/>
          <p:nvPr/>
        </p:nvGrpSpPr>
        <p:grpSpPr>
          <a:xfrm>
            <a:off x="4718335" y="3499670"/>
            <a:ext cx="963053" cy="1232320"/>
            <a:chOff x="4718335" y="3408895"/>
            <a:chExt cx="963053" cy="1232320"/>
          </a:xfrm>
        </p:grpSpPr>
        <p:sp>
          <p:nvSpPr>
            <p:cNvPr id="70" name="椭圆 69"/>
            <p:cNvSpPr/>
            <p:nvPr/>
          </p:nvSpPr>
          <p:spPr>
            <a:xfrm>
              <a:off x="4718335"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TextBox 68"/>
            <p:cNvSpPr txBox="1"/>
            <p:nvPr/>
          </p:nvSpPr>
          <p:spPr>
            <a:xfrm>
              <a:off x="4786119" y="4396105"/>
              <a:ext cx="827214"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75" name="组合 74"/>
          <p:cNvGrpSpPr/>
          <p:nvPr/>
        </p:nvGrpSpPr>
        <p:grpSpPr>
          <a:xfrm>
            <a:off x="5940152" y="3499670"/>
            <a:ext cx="963053" cy="1232320"/>
            <a:chOff x="5940152" y="3408895"/>
            <a:chExt cx="963053" cy="1232320"/>
          </a:xfrm>
        </p:grpSpPr>
        <p:sp>
          <p:nvSpPr>
            <p:cNvPr id="76" name="椭圆 75"/>
            <p:cNvSpPr/>
            <p:nvPr/>
          </p:nvSpPr>
          <p:spPr>
            <a:xfrm>
              <a:off x="5940152"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Box 77"/>
            <p:cNvSpPr txBox="1"/>
            <p:nvPr/>
          </p:nvSpPr>
          <p:spPr>
            <a:xfrm>
              <a:off x="6039855" y="4396105"/>
              <a:ext cx="836401"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sp>
        <p:nvSpPr>
          <p:cNvPr id="86" name="标题 11"/>
          <p:cNvSpPr txBox="1"/>
          <p:nvPr/>
        </p:nvSpPr>
        <p:spPr>
          <a:xfrm>
            <a:off x="975459" y="1059582"/>
            <a:ext cx="3874957" cy="720725"/>
          </a:xfrm>
          <a:prstGeom prst="rect">
            <a:avLst/>
          </a:prstGeom>
        </p:spPr>
        <p:txBody>
          <a:bodyPr vert="horz" lIns="68571" tIns="34285" rIns="68571" bIns="34285"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mn-cs"/>
              </a:rPr>
              <a:t>元组</a:t>
            </a:r>
            <a:endParaRPr lang="zh-CN" altLang="en-US" sz="2800" b="1" dirty="0">
              <a:solidFill>
                <a:schemeClr val="tx1"/>
              </a:solidFill>
              <a:latin typeface="微软雅黑" panose="020B0503020204020204" pitchFamily="34" charset="-122"/>
              <a:ea typeface="微软雅黑" panose="020B0503020204020204" pitchFamily="34" charset="-122"/>
              <a:cs typeface="+mn-cs"/>
            </a:endParaRPr>
          </a:p>
        </p:txBody>
      </p:sp>
      <p:cxnSp>
        <p:nvCxnSpPr>
          <p:cNvPr id="91" name="直接连接符 90"/>
          <p:cNvCxnSpPr/>
          <p:nvPr/>
        </p:nvCxnSpPr>
        <p:spPr>
          <a:xfrm>
            <a:off x="975459" y="1779662"/>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418715" y="3435350"/>
            <a:ext cx="643255" cy="1106805"/>
          </a:xfrm>
          <a:prstGeom prst="rect">
            <a:avLst/>
          </a:prstGeom>
          <a:noFill/>
        </p:spPr>
        <p:txBody>
          <a:bodyPr wrap="none" rtlCol="0">
            <a:spAutoFit/>
            <a:scene3d>
              <a:camera prst="orthographicFront"/>
              <a:lightRig rig="threePt" dir="t"/>
            </a:scene3d>
          </a:bodyPr>
          <a:p>
            <a:r>
              <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1</a:t>
            </a:r>
            <a:endPar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
        <p:nvSpPr>
          <p:cNvPr id="2" name="文本框 1"/>
          <p:cNvSpPr txBox="1"/>
          <p:nvPr/>
        </p:nvSpPr>
        <p:spPr>
          <a:xfrm>
            <a:off x="3640455" y="3435985"/>
            <a:ext cx="643255" cy="1106805"/>
          </a:xfrm>
          <a:prstGeom prst="rect">
            <a:avLst/>
          </a:prstGeom>
          <a:noFill/>
        </p:spPr>
        <p:txBody>
          <a:bodyPr wrap="none" rtlCol="0">
            <a:spAutoFit/>
            <a:scene3d>
              <a:camera prst="orthographicFront"/>
              <a:lightRig rig="threePt" dir="t"/>
            </a:scene3d>
          </a:bodyPr>
          <a:p>
            <a:r>
              <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2</a:t>
            </a:r>
            <a:endPar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
        <p:nvSpPr>
          <p:cNvPr id="4" name="文本框 3"/>
          <p:cNvSpPr txBox="1"/>
          <p:nvPr/>
        </p:nvSpPr>
        <p:spPr>
          <a:xfrm>
            <a:off x="4862195" y="3436620"/>
            <a:ext cx="643255" cy="1106805"/>
          </a:xfrm>
          <a:prstGeom prst="rect">
            <a:avLst/>
          </a:prstGeom>
          <a:noFill/>
        </p:spPr>
        <p:txBody>
          <a:bodyPr wrap="none" rtlCol="0">
            <a:spAutoFit/>
            <a:scene3d>
              <a:camera prst="orthographicFront"/>
              <a:lightRig rig="threePt" dir="t"/>
            </a:scene3d>
          </a:bodyPr>
          <a:p>
            <a:r>
              <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3</a:t>
            </a:r>
            <a:endPar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
        <p:nvSpPr>
          <p:cNvPr id="5" name="文本框 4"/>
          <p:cNvSpPr txBox="1"/>
          <p:nvPr/>
        </p:nvSpPr>
        <p:spPr>
          <a:xfrm>
            <a:off x="6083935" y="3437255"/>
            <a:ext cx="643255" cy="1106805"/>
          </a:xfrm>
          <a:prstGeom prst="rect">
            <a:avLst/>
          </a:prstGeom>
          <a:noFill/>
        </p:spPr>
        <p:txBody>
          <a:bodyPr wrap="none" rtlCol="0">
            <a:spAutoFit/>
            <a:scene3d>
              <a:camera prst="orthographicFront"/>
              <a:lightRig rig="threePt" dir="t"/>
            </a:scene3d>
          </a:bodyPr>
          <a:p>
            <a:r>
              <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4</a:t>
            </a:r>
            <a:endPar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advTm="11403"/>
    </mc:Choice>
    <mc:Fallback>
      <p:transition advTm="1140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sz="2400" b="1" kern="0" dirty="0">
                <a:solidFill>
                  <a:prstClr val="black"/>
                </a:solidFill>
                <a:latin typeface="微软雅黑" panose="020B0503020204020204" pitchFamily="34" charset="-122"/>
                <a:cs typeface="+mn-ea"/>
                <a:sym typeface="+mn-lt"/>
              </a:rPr>
              <a:t>元组的创建</a:t>
            </a:r>
            <a:endParaRPr 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739140" y="987425"/>
            <a:ext cx="4263390" cy="3107690"/>
          </a:xfrm>
          <a:prstGeom prst="rect">
            <a:avLst/>
          </a:prstGeom>
          <a:noFill/>
        </p:spPr>
        <p:txBody>
          <a:bodyPr wrap="none" rtlCol="0">
            <a:spAutoFit/>
          </a:bodyPr>
          <a:p>
            <a:pPr>
              <a:lnSpc>
                <a:spcPct val="140000"/>
              </a:lnSpc>
            </a:pPr>
            <a:r>
              <a:rPr lang="zh-CN" altLang="en-US" sz="2000">
                <a:latin typeface="微软雅黑" panose="020B0503020204020204" pitchFamily="34" charset="-122"/>
                <a:ea typeface="微软雅黑" panose="020B0503020204020204" pitchFamily="34" charset="-122"/>
              </a:rPr>
              <a:t>元组和列表一样，都属于序列类型。</a:t>
            </a:r>
            <a:endParaRPr lang="zh-CN" altLang="en-US" sz="2000">
              <a:latin typeface="微软雅黑" panose="020B0503020204020204" pitchFamily="34" charset="-122"/>
              <a:ea typeface="微软雅黑" panose="020B0503020204020204" pitchFamily="34" charset="-122"/>
            </a:endParaRPr>
          </a:p>
          <a:p>
            <a:pPr>
              <a:lnSpc>
                <a:spcPct val="140000"/>
              </a:lnSpc>
            </a:pPr>
            <a:r>
              <a:rPr lang="zh-CN" altLang="en-US" sz="2000">
                <a:latin typeface="微软雅黑" panose="020B0503020204020204" pitchFamily="34" charset="-122"/>
                <a:ea typeface="微软雅黑" panose="020B0503020204020204" pitchFamily="34" charset="-122"/>
              </a:rPr>
              <a:t>但它又有和列表不一样的地方。</a:t>
            </a:r>
            <a:endParaRPr lang="zh-CN" altLang="en-US" sz="2000">
              <a:latin typeface="微软雅黑" panose="020B0503020204020204" pitchFamily="34" charset="-122"/>
              <a:ea typeface="微软雅黑" panose="020B0503020204020204" pitchFamily="34" charset="-122"/>
            </a:endParaRPr>
          </a:p>
          <a:p>
            <a:pPr>
              <a:lnSpc>
                <a:spcPct val="140000"/>
              </a:lnSpc>
            </a:pPr>
            <a:r>
              <a:rPr lang="zh-CN" altLang="en-US" sz="2000">
                <a:latin typeface="微软雅黑" panose="020B0503020204020204" pitchFamily="34" charset="-122"/>
                <a:ea typeface="微软雅黑" panose="020B0503020204020204" pitchFamily="34" charset="-122"/>
              </a:rPr>
              <a:t>如：列表用</a:t>
            </a:r>
            <a:r>
              <a:rPr lang="en-US" altLang="zh-CN" sz="2000">
                <a:latin typeface="微软雅黑" panose="020B0503020204020204" pitchFamily="34" charset="-122"/>
                <a:ea typeface="微软雅黑" panose="020B0503020204020204" pitchFamily="34" charset="-122"/>
              </a:rPr>
              <a:t>[ ],</a:t>
            </a:r>
            <a:r>
              <a:rPr lang="zh-CN" altLang="zh-CN" sz="2000">
                <a:latin typeface="微软雅黑" panose="020B0503020204020204" pitchFamily="34" charset="-122"/>
                <a:ea typeface="微软雅黑" panose="020B0503020204020204" pitchFamily="34" charset="-122"/>
              </a:rPr>
              <a:t>而创建元组用（）。</a:t>
            </a:r>
            <a:endParaRPr lang="zh-CN" altLang="zh-CN" sz="2000">
              <a:latin typeface="微软雅黑" panose="020B0503020204020204" pitchFamily="34" charset="-122"/>
              <a:ea typeface="微软雅黑" panose="020B0503020204020204" pitchFamily="34" charset="-122"/>
            </a:endParaRPr>
          </a:p>
          <a:p>
            <a:pPr>
              <a:lnSpc>
                <a:spcPct val="140000"/>
              </a:lnSpc>
            </a:pP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列表可以修改、添加、删除元素</a:t>
            </a:r>
            <a:endParaRPr lang="zh-CN" altLang="en-US" sz="2000">
              <a:latin typeface="微软雅黑" panose="020B0503020204020204" pitchFamily="34" charset="-122"/>
              <a:ea typeface="微软雅黑" panose="020B0503020204020204" pitchFamily="34" charset="-122"/>
            </a:endParaRPr>
          </a:p>
          <a:p>
            <a:pPr>
              <a:lnSpc>
                <a:spcPct val="140000"/>
              </a:lnSpc>
            </a:pP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元组则不行。</a:t>
            </a:r>
            <a:endParaRPr lang="zh-CN" altLang="en-US" sz="2000">
              <a:latin typeface="微软雅黑" panose="020B0503020204020204" pitchFamily="34" charset="-122"/>
              <a:ea typeface="微软雅黑" panose="020B0503020204020204" pitchFamily="34" charset="-122"/>
            </a:endParaRPr>
          </a:p>
          <a:p>
            <a:pPr>
              <a:lnSpc>
                <a:spcPct val="140000"/>
              </a:lnSpc>
            </a:pP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单人列表</a:t>
            </a:r>
            <a:r>
              <a:rPr lang="en-US" altLang="zh-CN" sz="2000">
                <a:latin typeface="微软雅黑" panose="020B0503020204020204" pitchFamily="34" charset="-122"/>
                <a:ea typeface="微软雅黑" panose="020B0503020204020204" pitchFamily="34" charset="-122"/>
              </a:rPr>
              <a:t>[1]</a:t>
            </a:r>
            <a:endParaRPr lang="en-US" altLang="zh-CN" sz="2000">
              <a:latin typeface="微软雅黑" panose="020B0503020204020204" pitchFamily="34" charset="-122"/>
              <a:ea typeface="微软雅黑" panose="020B0503020204020204" pitchFamily="34" charset="-122"/>
            </a:endParaRPr>
          </a:p>
          <a:p>
            <a:pPr>
              <a:lnSpc>
                <a:spcPct val="140000"/>
              </a:lnSpc>
            </a:pPr>
            <a:r>
              <a:rPr lang="en-US" altLang="zh-CN" sz="2000">
                <a:latin typeface="微软雅黑" panose="020B0503020204020204" pitchFamily="34" charset="-122"/>
                <a:ea typeface="微软雅黑" panose="020B0503020204020204" pitchFamily="34" charset="-122"/>
              </a:rPr>
              <a:t>       </a:t>
            </a:r>
            <a:r>
              <a:rPr lang="zh-CN" altLang="zh-CN" sz="2000">
                <a:latin typeface="微软雅黑" panose="020B0503020204020204" pitchFamily="34" charset="-122"/>
                <a:ea typeface="微软雅黑" panose="020B0503020204020204" pitchFamily="34" charset="-122"/>
              </a:rPr>
              <a:t>而单元组</a:t>
            </a: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要加逗号。</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r>
              <a:rPr lang="zh-CN" altLang="en-US" sz="2400" b="1" kern="0" dirty="0">
                <a:solidFill>
                  <a:prstClr val="black"/>
                </a:solidFill>
                <a:latin typeface="微软雅黑" panose="020B0503020204020204" pitchFamily="34" charset="-122"/>
                <a:cs typeface="+mn-ea"/>
                <a:sym typeface="+mn-lt"/>
              </a:rPr>
              <a:t>元组元素总数统计</a:t>
            </a:r>
            <a:endParaRPr lang="zh-CN" altLang="en-US"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3" name="文本框 2"/>
          <p:cNvSpPr txBox="1"/>
          <p:nvPr/>
        </p:nvSpPr>
        <p:spPr>
          <a:xfrm>
            <a:off x="755650" y="1109345"/>
            <a:ext cx="1482725" cy="398780"/>
          </a:xfrm>
          <a:prstGeom prst="rect">
            <a:avLst/>
          </a:prstGeom>
          <a:noFill/>
        </p:spPr>
        <p:txBody>
          <a:bodyPr wrap="none" rtlCol="0">
            <a:spAutoFit/>
          </a:bodyPr>
          <a:p>
            <a:r>
              <a:rPr lang="en-US" altLang="zh-CN" sz="2000">
                <a:latin typeface="微软雅黑" panose="020B0503020204020204" pitchFamily="34" charset="-122"/>
                <a:ea typeface="微软雅黑" panose="020B0503020204020204" pitchFamily="34" charset="-122"/>
              </a:rPr>
              <a:t>len(</a:t>
            </a:r>
            <a:r>
              <a:rPr lang="zh-CN" altLang="en-US" sz="2000">
                <a:latin typeface="微软雅黑" panose="020B0503020204020204" pitchFamily="34" charset="-122"/>
                <a:ea typeface="微软雅黑" panose="020B0503020204020204" pitchFamily="34" charset="-122"/>
              </a:rPr>
              <a:t>元组名</a:t>
            </a:r>
            <a:r>
              <a:rPr lang="en-US" altLang="zh-CN" sz="2000">
                <a:latin typeface="微软雅黑" panose="020B0503020204020204" pitchFamily="34" charset="-122"/>
                <a:ea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endParaRPr>
          </a:p>
        </p:txBody>
      </p:sp>
      <p:sp>
        <p:nvSpPr>
          <p:cNvPr id="8" name="文本框 7"/>
          <p:cNvSpPr txBox="1"/>
          <p:nvPr/>
        </p:nvSpPr>
        <p:spPr>
          <a:xfrm>
            <a:off x="755650" y="1922780"/>
            <a:ext cx="5932170"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元组统计个数，它的方法和列表是一样的</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03567" y="3761789"/>
            <a:ext cx="432048" cy="357458"/>
          </a:xfrm>
          <a:prstGeom prst="rect">
            <a:avLst/>
          </a:prstGeom>
          <a:solidFill>
            <a:srgbClr val="0070C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555103" y="3761789"/>
            <a:ext cx="432048" cy="3777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166067" y="3761789"/>
            <a:ext cx="432048" cy="3777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4"/>
          <p:cNvSpPr/>
          <p:nvPr/>
        </p:nvSpPr>
        <p:spPr>
          <a:xfrm>
            <a:off x="5382" y="3818580"/>
            <a:ext cx="9144000" cy="1324920"/>
          </a:xfrm>
          <a:custGeom>
            <a:avLst/>
            <a:gdLst/>
            <a:ahLst/>
            <a:cxnLst/>
            <a:rect l="l" t="t" r="r" b="b"/>
            <a:pathLst>
              <a:path w="9144000" h="1489474">
                <a:moveTo>
                  <a:pt x="0" y="0"/>
                </a:moveTo>
                <a:lnTo>
                  <a:pt x="3210767" y="0"/>
                </a:lnTo>
                <a:cubicBezTo>
                  <a:pt x="3223431" y="94117"/>
                  <a:pt x="3287443" y="164136"/>
                  <a:pt x="3364004" y="164136"/>
                </a:cubicBezTo>
                <a:cubicBezTo>
                  <a:pt x="3440565" y="164136"/>
                  <a:pt x="3504578" y="94117"/>
                  <a:pt x="3517241" y="0"/>
                </a:cubicBezTo>
                <a:lnTo>
                  <a:pt x="4433668" y="0"/>
                </a:lnTo>
                <a:cubicBezTo>
                  <a:pt x="4446331" y="94117"/>
                  <a:pt x="4510344" y="164136"/>
                  <a:pt x="4586904" y="164136"/>
                </a:cubicBezTo>
                <a:cubicBezTo>
                  <a:pt x="4663465" y="164136"/>
                  <a:pt x="4727478" y="94117"/>
                  <a:pt x="4740141" y="0"/>
                </a:cubicBezTo>
                <a:lnTo>
                  <a:pt x="5655363" y="0"/>
                </a:lnTo>
                <a:cubicBezTo>
                  <a:pt x="5668026" y="94117"/>
                  <a:pt x="5732039" y="164136"/>
                  <a:pt x="5808599" y="164136"/>
                </a:cubicBezTo>
                <a:cubicBezTo>
                  <a:pt x="5885160" y="164136"/>
                  <a:pt x="5949173" y="94117"/>
                  <a:pt x="5961836" y="0"/>
                </a:cubicBezTo>
                <a:lnTo>
                  <a:pt x="9144000" y="0"/>
                </a:lnTo>
                <a:lnTo>
                  <a:pt x="9144000" y="1489474"/>
                </a:lnTo>
                <a:lnTo>
                  <a:pt x="0" y="1489474"/>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2195736" y="3499670"/>
            <a:ext cx="1196088" cy="1232320"/>
            <a:chOff x="2195736" y="3408895"/>
            <a:chExt cx="1196088" cy="1232320"/>
          </a:xfrm>
        </p:grpSpPr>
        <p:sp>
          <p:nvSpPr>
            <p:cNvPr id="17" name="椭圆 16"/>
            <p:cNvSpPr/>
            <p:nvPr/>
          </p:nvSpPr>
          <p:spPr>
            <a:xfrm>
              <a:off x="2274701"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p:cNvSpPr txBox="1"/>
            <p:nvPr/>
          </p:nvSpPr>
          <p:spPr>
            <a:xfrm>
              <a:off x="2195736" y="4396105"/>
              <a:ext cx="1196088"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34" name="组合 33"/>
          <p:cNvGrpSpPr/>
          <p:nvPr/>
        </p:nvGrpSpPr>
        <p:grpSpPr>
          <a:xfrm>
            <a:off x="3496518" y="3499670"/>
            <a:ext cx="1041582" cy="1232320"/>
            <a:chOff x="3496518" y="3408895"/>
            <a:chExt cx="1041582" cy="1232320"/>
          </a:xfrm>
        </p:grpSpPr>
        <p:sp>
          <p:nvSpPr>
            <p:cNvPr id="35" name="椭圆 34"/>
            <p:cNvSpPr/>
            <p:nvPr/>
          </p:nvSpPr>
          <p:spPr>
            <a:xfrm>
              <a:off x="3496518"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3524130" y="4396105"/>
              <a:ext cx="1013970"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67" name="组合 66"/>
          <p:cNvGrpSpPr/>
          <p:nvPr/>
        </p:nvGrpSpPr>
        <p:grpSpPr>
          <a:xfrm>
            <a:off x="4718335" y="3499670"/>
            <a:ext cx="963053" cy="1232320"/>
            <a:chOff x="4718335" y="3408895"/>
            <a:chExt cx="963053" cy="1232320"/>
          </a:xfrm>
        </p:grpSpPr>
        <p:sp>
          <p:nvSpPr>
            <p:cNvPr id="70" name="椭圆 69"/>
            <p:cNvSpPr/>
            <p:nvPr/>
          </p:nvSpPr>
          <p:spPr>
            <a:xfrm>
              <a:off x="4718335"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TextBox 68"/>
            <p:cNvSpPr txBox="1"/>
            <p:nvPr/>
          </p:nvSpPr>
          <p:spPr>
            <a:xfrm>
              <a:off x="4786119" y="4396105"/>
              <a:ext cx="827214"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grpSp>
        <p:nvGrpSpPr>
          <p:cNvPr id="75" name="组合 74"/>
          <p:cNvGrpSpPr/>
          <p:nvPr/>
        </p:nvGrpSpPr>
        <p:grpSpPr>
          <a:xfrm>
            <a:off x="5940152" y="3499670"/>
            <a:ext cx="963053" cy="1232320"/>
            <a:chOff x="5940152" y="3408895"/>
            <a:chExt cx="963053" cy="1232320"/>
          </a:xfrm>
        </p:grpSpPr>
        <p:sp>
          <p:nvSpPr>
            <p:cNvPr id="76" name="椭圆 75"/>
            <p:cNvSpPr/>
            <p:nvPr/>
          </p:nvSpPr>
          <p:spPr>
            <a:xfrm>
              <a:off x="5940152" y="3408895"/>
              <a:ext cx="963053" cy="963053"/>
            </a:xfrm>
            <a:prstGeom prst="ellipse">
              <a:avLst/>
            </a:prstGeom>
            <a:solidFill>
              <a:schemeClr val="bg1"/>
            </a:solidFill>
            <a:ln w="539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Box 77"/>
            <p:cNvSpPr txBox="1"/>
            <p:nvPr/>
          </p:nvSpPr>
          <p:spPr>
            <a:xfrm>
              <a:off x="6039855" y="4396105"/>
              <a:ext cx="836401" cy="245110"/>
            </a:xfrm>
            <a:prstGeom prst="rect">
              <a:avLst/>
            </a:prstGeom>
            <a:noFill/>
            <a:ln>
              <a:solidFill>
                <a:schemeClr val="accent1"/>
              </a:solidFill>
            </a:ln>
            <a:effectLst/>
          </p:spPr>
          <p:txBody>
            <a:bodyPr wrap="square" rtlCol="0">
              <a:spAutoFit/>
            </a:bodyPr>
            <a:lstStyle/>
            <a:p>
              <a:endParaRPr lang="zh-CN" altLang="en-US" sz="1000" dirty="0">
                <a:solidFill>
                  <a:schemeClr val="bg1">
                    <a:lumMod val="65000"/>
                  </a:schemeClr>
                </a:solidFill>
                <a:latin typeface="HandelGotDLig" pitchFamily="34" charset="0"/>
                <a:ea typeface="汉真广标" pitchFamily="49" charset="-122"/>
              </a:endParaRPr>
            </a:p>
          </p:txBody>
        </p:sp>
      </p:grpSp>
      <p:sp>
        <p:nvSpPr>
          <p:cNvPr id="86" name="标题 11"/>
          <p:cNvSpPr txBox="1"/>
          <p:nvPr/>
        </p:nvSpPr>
        <p:spPr>
          <a:xfrm>
            <a:off x="975459" y="1058947"/>
            <a:ext cx="3874957" cy="720725"/>
          </a:xfrm>
          <a:prstGeom prst="rect">
            <a:avLst/>
          </a:prstGeom>
        </p:spPr>
        <p:txBody>
          <a:bodyPr vert="horz" lIns="68571" tIns="34285" rIns="68571" bIns="34285"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sz="2800" b="1" dirty="0">
                <a:solidFill>
                  <a:schemeClr val="tx1"/>
                </a:solidFill>
                <a:latin typeface="微软雅黑" panose="020B0503020204020204" pitchFamily="34" charset="-122"/>
                <a:ea typeface="微软雅黑" panose="020B0503020204020204" pitchFamily="34" charset="-122"/>
                <a:cs typeface="+mn-cs"/>
              </a:rPr>
              <a:t>元组和列表相互转换</a:t>
            </a:r>
            <a:endParaRPr lang="zh-CN" altLang="en-US" sz="2800" b="1" dirty="0">
              <a:solidFill>
                <a:schemeClr val="tx1"/>
              </a:solidFill>
              <a:latin typeface="微软雅黑" panose="020B0503020204020204" pitchFamily="34" charset="-122"/>
              <a:ea typeface="微软雅黑" panose="020B0503020204020204" pitchFamily="34" charset="-122"/>
              <a:cs typeface="+mn-cs"/>
            </a:endParaRPr>
          </a:p>
        </p:txBody>
      </p:sp>
      <p:cxnSp>
        <p:nvCxnSpPr>
          <p:cNvPr id="91" name="直接连接符 90"/>
          <p:cNvCxnSpPr/>
          <p:nvPr/>
        </p:nvCxnSpPr>
        <p:spPr>
          <a:xfrm>
            <a:off x="975459" y="1779662"/>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418715" y="3435350"/>
            <a:ext cx="643255" cy="1106805"/>
          </a:xfrm>
          <a:prstGeom prst="rect">
            <a:avLst/>
          </a:prstGeom>
          <a:noFill/>
        </p:spPr>
        <p:txBody>
          <a:bodyPr wrap="none" rtlCol="0">
            <a:spAutoFit/>
            <a:scene3d>
              <a:camera prst="orthographicFront"/>
              <a:lightRig rig="threePt" dir="t"/>
            </a:scene3d>
          </a:bodyPr>
          <a:p>
            <a:r>
              <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1</a:t>
            </a:r>
            <a:endPar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
        <p:nvSpPr>
          <p:cNvPr id="2" name="文本框 1"/>
          <p:cNvSpPr txBox="1"/>
          <p:nvPr/>
        </p:nvSpPr>
        <p:spPr>
          <a:xfrm>
            <a:off x="3640455" y="3435985"/>
            <a:ext cx="643255" cy="1106805"/>
          </a:xfrm>
          <a:prstGeom prst="rect">
            <a:avLst/>
          </a:prstGeom>
          <a:noFill/>
        </p:spPr>
        <p:txBody>
          <a:bodyPr wrap="none" rtlCol="0">
            <a:spAutoFit/>
            <a:scene3d>
              <a:camera prst="orthographicFront"/>
              <a:lightRig rig="threePt" dir="t"/>
            </a:scene3d>
          </a:bodyPr>
          <a:p>
            <a:r>
              <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2</a:t>
            </a:r>
            <a:endPar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
        <p:nvSpPr>
          <p:cNvPr id="4" name="文本框 3"/>
          <p:cNvSpPr txBox="1"/>
          <p:nvPr/>
        </p:nvSpPr>
        <p:spPr>
          <a:xfrm>
            <a:off x="4862195" y="3436620"/>
            <a:ext cx="643255" cy="1106805"/>
          </a:xfrm>
          <a:prstGeom prst="rect">
            <a:avLst/>
          </a:prstGeom>
          <a:noFill/>
        </p:spPr>
        <p:txBody>
          <a:bodyPr wrap="none" rtlCol="0">
            <a:spAutoFit/>
            <a:scene3d>
              <a:camera prst="orthographicFront"/>
              <a:lightRig rig="threePt" dir="t"/>
            </a:scene3d>
          </a:bodyPr>
          <a:p>
            <a:r>
              <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3</a:t>
            </a:r>
            <a:endPar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
        <p:nvSpPr>
          <p:cNvPr id="5" name="文本框 4"/>
          <p:cNvSpPr txBox="1"/>
          <p:nvPr/>
        </p:nvSpPr>
        <p:spPr>
          <a:xfrm>
            <a:off x="6083935" y="3437255"/>
            <a:ext cx="643255" cy="1106805"/>
          </a:xfrm>
          <a:prstGeom prst="rect">
            <a:avLst/>
          </a:prstGeom>
          <a:noFill/>
        </p:spPr>
        <p:txBody>
          <a:bodyPr wrap="none" rtlCol="0">
            <a:spAutoFit/>
            <a:scene3d>
              <a:camera prst="orthographicFront"/>
              <a:lightRig rig="threePt" dir="t"/>
            </a:scene3d>
          </a:bodyPr>
          <a:p>
            <a:r>
              <a:rPr lang="en-US" altLang="zh-CN" sz="6600">
                <a:solidFill>
                  <a:srgbClr val="F5F5F5"/>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rPr>
              <a:t>4</a:t>
            </a:r>
            <a:endParaRPr lang="en-US" altLang="zh-CN" sz="6600">
              <a:solidFill>
                <a:srgbClr val="0070C0"/>
              </a:solidFill>
              <a:effectLst>
                <a:outerShdw blurRad="38100" dist="25400" dir="5400000" algn="ctr" rotWithShape="0">
                  <a:srgbClr val="6E747A">
                    <a:alpha val="43000"/>
                  </a:srgbClr>
                </a:outerShdw>
              </a:effectLst>
              <a:latin typeface="思源黑体 CN Normal" panose="020B0400000000000000" charset="-122"/>
              <a:ea typeface="思源黑体 CN Normal" panose="020B04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advTm="11403"/>
    </mc:Choice>
    <mc:Fallback>
      <p:transition advTm="1140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683568" y="339502"/>
            <a:ext cx="4176464" cy="460375"/>
          </a:xfrm>
          <a:prstGeom prst="rect">
            <a:avLst/>
          </a:prstGeom>
          <a:noFill/>
          <a:ln>
            <a:noFill/>
          </a:ln>
        </p:spPr>
        <p:txBody>
          <a:bodyPr vert="horz" wrap="square" lIns="91440" tIns="45720" rIns="91440" bIns="45720" numCol="1" anchor="t" anchorCtr="0" compatLnSpc="1">
            <a:spAutoFit/>
          </a:bodyPr>
          <a:lstStyle/>
          <a:p>
            <a:pPr algn="l"/>
            <a:r>
              <a:rPr lang="zh-CN" altLang="en-US" sz="2400" b="1" dirty="0">
                <a:latin typeface="微软雅黑" panose="020B0503020204020204" pitchFamily="34" charset="-122"/>
                <a:ea typeface="微软雅黑" panose="020B0503020204020204" pitchFamily="34" charset="-122"/>
                <a:sym typeface="+mn-ea"/>
              </a:rPr>
              <a:t>元组和列表相互转换</a:t>
            </a:r>
            <a:endParaRPr lang="zh-CN" sz="2400" b="1" kern="0" dirty="0">
              <a:solidFill>
                <a:prstClr val="black"/>
              </a:solidFill>
              <a:latin typeface="微软雅黑" panose="020B0503020204020204" pitchFamily="34" charset="-122"/>
              <a:cs typeface="+mn-ea"/>
              <a:sym typeface="+mn-lt"/>
            </a:endParaRPr>
          </a:p>
        </p:txBody>
      </p:sp>
      <p:sp>
        <p:nvSpPr>
          <p:cNvPr id="5" name="矩形 4"/>
          <p:cNvSpPr/>
          <p:nvPr/>
        </p:nvSpPr>
        <p:spPr>
          <a:xfrm>
            <a:off x="179512" y="478270"/>
            <a:ext cx="360040" cy="3600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cxnSp>
        <p:nvCxnSpPr>
          <p:cNvPr id="6" name="直接连接符 5"/>
          <p:cNvCxnSpPr/>
          <p:nvPr/>
        </p:nvCxnSpPr>
        <p:spPr>
          <a:xfrm>
            <a:off x="683568" y="891318"/>
            <a:ext cx="756297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355293" y="618398"/>
            <a:ext cx="306303" cy="306303"/>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0" tIns="34290" rIns="68580" bIns="34290" rtlCol="0" anchor="ctr"/>
          <a:lstStyle/>
          <a:p>
            <a:pPr algn="ctr"/>
            <a:endParaRPr lang="en-US" sz="1800">
              <a:solidFill>
                <a:prstClr val="white"/>
              </a:solidFill>
            </a:endParaRPr>
          </a:p>
        </p:txBody>
      </p:sp>
      <p:sp>
        <p:nvSpPr>
          <p:cNvPr id="16" name="矩形 15"/>
          <p:cNvSpPr/>
          <p:nvPr/>
        </p:nvSpPr>
        <p:spPr>
          <a:xfrm>
            <a:off x="612140" y="1125220"/>
            <a:ext cx="2223770" cy="398780"/>
          </a:xfrm>
          <a:prstGeom prst="rect">
            <a:avLst/>
          </a:prstGeom>
        </p:spPr>
        <p:txBody>
          <a:bodyPr wrap="square">
            <a:spAutoFit/>
          </a:bodyPr>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list()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转换为列表</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612140" y="1724660"/>
            <a:ext cx="2800985" cy="398780"/>
          </a:xfrm>
          <a:prstGeom prst="rect">
            <a:avLst/>
          </a:prstGeom>
          <a:noFill/>
        </p:spPr>
        <p:txBody>
          <a:bodyPr wrap="square" rtlCol="0">
            <a:spAutoFit/>
          </a:bodyPr>
          <a:p>
            <a:r>
              <a:rPr lang="zh-CN" altLang="en-US" sz="2000"/>
              <a:t>tuple</a:t>
            </a:r>
            <a:r>
              <a:rPr lang="en-US" altLang="en-US" sz="2000"/>
              <a:t>() </a:t>
            </a:r>
            <a:r>
              <a:rPr lang="zh-CN" altLang="en-US" sz="2000"/>
              <a:t>转换为元组</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tags/tag1.xml><?xml version="1.0" encoding="utf-8"?>
<p:tagLst xmlns:p="http://schemas.openxmlformats.org/presentationml/2006/main">
  <p:tag name="KSO_WM_UNIT_PLACING_PICTURE_USER_VIEWPORT" val="{&quot;height&quot;:4775.658267716535,&quot;width&quot;:7170.488188976378}"/>
</p:tagLst>
</file>

<file path=ppt/tags/tag2.xml><?xml version="1.0" encoding="utf-8"?>
<p:tagLst xmlns:p="http://schemas.openxmlformats.org/presentationml/2006/main">
  <p:tag name="ISPRING_RESOURCE_PATHS_HASH_PRESENTER" val="76ce7ccbcda6cf12636bdb4ab607c4c83d474"/>
  <p:tag name="COMMONDATA" val="eyJoZGlkIjoiNzE1MTRiZGNmZGQyODMxZWY5ZTk1Nzk2OTA5ZmQ2YzIifQ=="/>
  <p:tag name="KSO_WPP_MARK_KEY" val="19d15a90-c128-484e-b905-866298ed77a1"/>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70C0"/>
      </a:accent1>
      <a:accent2>
        <a:srgbClr val="00B0F0"/>
      </a:accent2>
      <a:accent3>
        <a:srgbClr val="0070C0"/>
      </a:accent3>
      <a:accent4>
        <a:srgbClr val="00B0F0"/>
      </a:accent4>
      <a:accent5>
        <a:srgbClr val="4BACC6"/>
      </a:accent5>
      <a:accent6>
        <a:srgbClr val="F79646"/>
      </a:accent6>
      <a:hlink>
        <a:srgbClr val="0000FF"/>
      </a:hlink>
      <a:folHlink>
        <a:srgbClr val="800080"/>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2102</Words>
  <Application>WPS 演示</Application>
  <PresentationFormat>全屏显示(16:9)</PresentationFormat>
  <Paragraphs>233</Paragraphs>
  <Slides>24</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宋体</vt:lpstr>
      <vt:lpstr>Wingdings</vt:lpstr>
      <vt:lpstr>HandelGotDLig</vt:lpstr>
      <vt:lpstr>汉真广标</vt:lpstr>
      <vt:lpstr>微软雅黑</vt:lpstr>
      <vt:lpstr>Segoe Print</vt:lpstr>
      <vt:lpstr>Arial Unicode MS</vt:lpstr>
      <vt:lpstr>Calibri</vt:lpstr>
      <vt:lpstr>思源黑体 CN Normal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1012</dc:title>
  <dc:creator>admin</dc:creator>
  <cp:lastModifiedBy>爱德华·纽盖特</cp:lastModifiedBy>
  <cp:revision>680</cp:revision>
  <cp:lastPrinted>2000-12-31T21:09:00Z</cp:lastPrinted>
  <dcterms:created xsi:type="dcterms:W3CDTF">2015-11-10T12:01:00Z</dcterms:created>
  <dcterms:modified xsi:type="dcterms:W3CDTF">2022-11-26T07:38:05Z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7F75B25E592D4627B2A0ADE08B9E533A</vt:lpwstr>
  </property>
  <property fmtid="{D5CDD505-2E9C-101B-9397-08002B2CF9AE}" pid="3" name="KSOProductBuildVer">
    <vt:lpwstr>2052-11.1.0.12763</vt:lpwstr>
  </property>
</Properties>
</file>