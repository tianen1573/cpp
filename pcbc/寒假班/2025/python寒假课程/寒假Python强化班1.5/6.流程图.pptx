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548" r:id="rId5"/>
    <p:sldId id="525" r:id="rId6"/>
    <p:sldId id="578" r:id="rId7"/>
    <p:sldId id="562" r:id="rId8"/>
    <p:sldId id="550" r:id="rId9"/>
    <p:sldId id="551" r:id="rId10"/>
    <p:sldId id="579" r:id="rId11"/>
    <p:sldId id="552" r:id="rId12"/>
    <p:sldId id="563" r:id="rId13"/>
    <p:sldId id="581" r:id="rId14"/>
    <p:sldId id="582" r:id="rId15"/>
    <p:sldId id="583" r:id="rId16"/>
    <p:sldId id="584" r:id="rId17"/>
    <p:sldId id="585" r:id="rId18"/>
    <p:sldId id="586" r:id="rId19"/>
    <p:sldId id="556" r:id="rId20"/>
    <p:sldId id="559" r:id="rId21"/>
  </p:sldIdLst>
  <p:sldSz cx="9144000" cy="5143500" type="screen16x9"/>
  <p:notesSz cx="6797675" cy="9925050"/>
  <p:custDataLst>
    <p:tags r:id="rId27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79"/>
        <p:guide pos="28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3.xml"/><Relationship Id="rId26" Type="http://schemas.openxmlformats.org/officeDocument/2006/relationships/customXml" Target="../customXml/item1.xml"/><Relationship Id="rId25" Type="http://schemas.openxmlformats.org/officeDocument/2006/relationships/customXmlProps" Target="../customXml/itemProps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159385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流程图</a:t>
            </a:r>
            <a:endParaRPr lang="zh-CN" altLang="en-US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朱龙雨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算法的概念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982980"/>
            <a:ext cx="254000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新学期开学，为了方便高一新生完成注册、缴费等事宜，学校在校园入口处摆放如图所示的“高一新 生报到流程”示意图。 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这个“高一新生报到流程”示意图就是一个算法，该算法可以帮助高 一新生解决“入学报到”问题。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现实 生活中处处存在着解决各种问题的步骤，如根据时间和距离得出从家到学校的最优路线等。这都属于算法。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80155" y="987425"/>
            <a:ext cx="3432810" cy="3510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算法的定义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1670" y="1059180"/>
            <a:ext cx="254000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算法自古有之。我国古代的数学著作《九章算术》里就记载着很多的算法。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古代的算法主要指的是“算术”，即数值的算术运算。随着科学技术的发展，“算法”的外延和 内涵逐渐发生着变化。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336925" y="1059180"/>
            <a:ext cx="254000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广义地讲，“算法”指的是解决问题或完成任 务的一系列步骤。广义的算法中，需要解决的问题 不仅仅指传统意义上的计算任务（算术），也可以 是社会生活中各种事务的处理。比如，假期的自由 行旅游方案、一道菜的烹饪过程、洗衣机的操作步 骤等。这些算法的执行者往往是人，人们按照算法 的要求逐步执行，最终解决问题。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12180" y="1059180"/>
            <a:ext cx="254000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在计算机科学领域内，“算法”指的是用计算 机解决问题的步骤，是为了解决问题而需要让计算机有序执行的、无歧义的、有限步骤的程序。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0" y="2395220"/>
            <a:ext cx="2008505" cy="1513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算法的描述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895" y="1131570"/>
            <a:ext cx="32569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用自然语言描述算法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3895" y="2426970"/>
            <a:ext cx="34226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用编程语言描述算法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3895" y="1779270"/>
            <a:ext cx="32061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 用流程图描述算法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流程图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流程图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643" t="1864" r="1474" b="2039"/>
          <a:stretch>
            <a:fillRect/>
          </a:stretch>
        </p:blipFill>
        <p:spPr>
          <a:xfrm>
            <a:off x="661670" y="1491615"/>
            <a:ext cx="6958965" cy="31419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420110" y="1059180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流程图符号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流程图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2" name="ECB019B1-382A-4266-B25C-5B523AA43C14-1" descr="wpp"/>
          <p:cNvPicPr>
            <a:picLocks noChangeAspect="1"/>
          </p:cNvPicPr>
          <p:nvPr/>
        </p:nvPicPr>
        <p:blipFill>
          <a:blip r:embed="rId1"/>
          <a:srcRect l="10957" t="10063" r="6185" b="6187"/>
          <a:stretch>
            <a:fillRect/>
          </a:stretch>
        </p:blipFill>
        <p:spPr>
          <a:xfrm>
            <a:off x="661670" y="987425"/>
            <a:ext cx="2936875" cy="32740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988310" y="1059180"/>
            <a:ext cx="27133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我们来看一个生活中的例子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3348355" y="2139315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这就是使用流程图来表示</a:t>
            </a:r>
            <a:endParaRPr lang="zh-CN" altLang="en-US" sz="1600"/>
          </a:p>
          <a:p>
            <a:r>
              <a:rPr lang="zh-CN" altLang="en-US" sz="1600"/>
              <a:t>某一位同学如何上学的算法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1941830" y="4515485"/>
            <a:ext cx="5466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那么，算法有那么多，我们怎么去简单的用流程图描述它们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算法三大基本结构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55015" y="1158875"/>
            <a:ext cx="1468120" cy="3283585"/>
            <a:chOff x="2324" y="835"/>
            <a:chExt cx="2312" cy="5171"/>
          </a:xfrm>
        </p:grpSpPr>
        <p:sp>
          <p:nvSpPr>
            <p:cNvPr id="10" name="文本框 9"/>
            <p:cNvSpPr txBox="1"/>
            <p:nvPr/>
          </p:nvSpPr>
          <p:spPr>
            <a:xfrm>
              <a:off x="2777" y="5524"/>
              <a:ext cx="160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顺序结构</a:t>
              </a:r>
              <a:endParaRPr lang="zh-CN" altLang="en-US"/>
            </a:p>
          </p:txBody>
        </p:sp>
        <p:pic>
          <p:nvPicPr>
            <p:cNvPr id="11" name="ECB019B1-382A-4266-B25C-5B523AA43C14-2" descr="wpp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24" y="835"/>
              <a:ext cx="2313" cy="4870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>
            <a:off x="2861310" y="1292860"/>
            <a:ext cx="2800985" cy="3149600"/>
            <a:chOff x="5953" y="1049"/>
            <a:chExt cx="4411" cy="4960"/>
          </a:xfrm>
        </p:grpSpPr>
        <p:sp>
          <p:nvSpPr>
            <p:cNvPr id="14" name="文本框 13"/>
            <p:cNvSpPr txBox="1"/>
            <p:nvPr/>
          </p:nvSpPr>
          <p:spPr>
            <a:xfrm>
              <a:off x="7455" y="5526"/>
              <a:ext cx="140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/>
                <a:t>分支结构</a:t>
              </a:r>
              <a:endParaRPr lang="zh-CN" altLang="en-US"/>
            </a:p>
          </p:txBody>
        </p:sp>
        <p:pic>
          <p:nvPicPr>
            <p:cNvPr id="15" name="ECB019B1-382A-4266-B25C-5B523AA43C14-3" descr="wpp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3" y="1049"/>
              <a:ext cx="4411" cy="4639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/>
        </p:nvGrpSpPr>
        <p:grpSpPr>
          <a:xfrm>
            <a:off x="6300470" y="772160"/>
            <a:ext cx="1844675" cy="3670300"/>
            <a:chOff x="8788" y="0"/>
            <a:chExt cx="2905" cy="5780"/>
          </a:xfrm>
        </p:grpSpPr>
        <p:sp>
          <p:nvSpPr>
            <p:cNvPr id="17" name="文本框 16"/>
            <p:cNvSpPr txBox="1"/>
            <p:nvPr/>
          </p:nvSpPr>
          <p:spPr>
            <a:xfrm>
              <a:off x="9526" y="5297"/>
              <a:ext cx="143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循环结构</a:t>
              </a:r>
              <a:endParaRPr lang="zh-CN" altLang="en-US"/>
            </a:p>
          </p:txBody>
        </p:sp>
        <p:pic>
          <p:nvPicPr>
            <p:cNvPr id="18" name="ECB019B1-382A-4266-B25C-5B523AA43C14-4" descr="wp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88" y="0"/>
              <a:ext cx="2905" cy="553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动手试一试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56945"/>
            <a:ext cx="44697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小明，他今天一个人在家，他需要先写完自己的作业，然后再去打扫卫生，之后再去电脑编程一个程序。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我们用流程图来完成它。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ECB019B1-382A-4266-B25C-5B523AA43C14-5" descr="wpp"/>
          <p:cNvPicPr>
            <a:picLocks noChangeAspect="1"/>
          </p:cNvPicPr>
          <p:nvPr/>
        </p:nvPicPr>
        <p:blipFill>
          <a:blip r:embed="rId1"/>
          <a:srcRect l="19658" t="11550" r="15579" b="7013"/>
          <a:stretch>
            <a:fillRect/>
          </a:stretch>
        </p:blipFill>
        <p:spPr>
          <a:xfrm>
            <a:off x="5292090" y="987425"/>
            <a:ext cx="1369060" cy="36264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036060" y="241808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b="1" dirty="0">
                <a:sym typeface="+mn-ea"/>
              </a:rPr>
              <a:t>动手试一试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动手试一试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56945"/>
            <a:ext cx="44697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小强现在要帮数学老师分类数学试卷，大于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59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分，及格的同学，放在左边一摞，其他不及格的同学，放在右边一摞。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我们用流程图来完成它。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ECB019B1-382A-4266-B25C-5B523AA43C14-6" descr="wpp"/>
          <p:cNvPicPr>
            <a:picLocks noChangeAspect="1"/>
          </p:cNvPicPr>
          <p:nvPr/>
        </p:nvPicPr>
        <p:blipFill>
          <a:blip r:embed="rId1"/>
          <a:srcRect l="10087" t="9531" r="7310" b="6136"/>
          <a:stretch>
            <a:fillRect/>
          </a:stretch>
        </p:blipFill>
        <p:spPr>
          <a:xfrm>
            <a:off x="4860290" y="1635125"/>
            <a:ext cx="2888615" cy="32518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036060" y="241808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b="1" dirty="0">
                <a:sym typeface="+mn-ea"/>
              </a:rPr>
              <a:t>动手试一试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动手试一试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56945"/>
            <a:ext cx="44697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小红她准备训练一下长跑，已知小红今天准备跑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2000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米，学校操场一圈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米。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我们用流程图来完成它。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36060" y="241808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b="1" dirty="0">
                <a:sym typeface="+mn-ea"/>
              </a:rPr>
              <a:t>动手试一试</a:t>
            </a:r>
            <a:endParaRPr lang="zh-CN" altLang="en-US"/>
          </a:p>
        </p:txBody>
      </p:sp>
      <p:pic>
        <p:nvPicPr>
          <p:cNvPr id="9" name="ECB019B1-382A-4266-B25C-5B523AA43C14-7" descr="wpp"/>
          <p:cNvPicPr>
            <a:picLocks noChangeAspect="1"/>
          </p:cNvPicPr>
          <p:nvPr/>
        </p:nvPicPr>
        <p:blipFill>
          <a:blip r:embed="rId1"/>
          <a:srcRect l="17936" t="9284" r="705" b="6198"/>
          <a:stretch>
            <a:fillRect/>
          </a:stretch>
        </p:blipFill>
        <p:spPr>
          <a:xfrm>
            <a:off x="5220335" y="1059180"/>
            <a:ext cx="1912620" cy="378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顺序结构流程图练习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3287268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输入一个数字将其</a:t>
            </a:r>
            <a:r>
              <a:rPr lang="en-US" altLang="zh-CN" dirty="0"/>
              <a:t>+5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然后乘</a:t>
            </a:r>
            <a:r>
              <a:rPr lang="en-US" altLang="zh-CN" dirty="0"/>
              <a:t>2</a:t>
            </a:r>
            <a:r>
              <a:rPr lang="zh-CN" altLang="en-US" dirty="0"/>
              <a:t>后输出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765" y="123460"/>
            <a:ext cx="1778794" cy="50792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分支结构流程图练习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2520432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：输入一个数字</a:t>
            </a:r>
            <a:r>
              <a:rPr lang="en-US" altLang="zh-CN" dirty="0"/>
              <a:t>a</a:t>
            </a:r>
            <a:r>
              <a:rPr lang="zh-CN" altLang="en-US" dirty="0"/>
              <a:t>，判断该数字是否为偶数。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812" y="78581"/>
            <a:ext cx="4064794" cy="49863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分支结构流程图练习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2520432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2</a:t>
            </a:r>
            <a:r>
              <a:rPr lang="zh-CN" altLang="en-US" dirty="0"/>
              <a:t>：输入一个成绩</a:t>
            </a:r>
            <a:r>
              <a:rPr lang="en-US" altLang="zh-CN" dirty="0"/>
              <a:t>p</a:t>
            </a:r>
            <a:r>
              <a:rPr lang="zh-CN" altLang="en-US" dirty="0"/>
              <a:t>，输出成绩处于什么等级，</a:t>
            </a:r>
            <a:r>
              <a:rPr lang="en-US" altLang="zh-CN" dirty="0"/>
              <a:t>100-80</a:t>
            </a:r>
            <a:r>
              <a:rPr lang="zh-CN" altLang="en-US" dirty="0"/>
              <a:t>良好，</a:t>
            </a:r>
            <a:r>
              <a:rPr lang="en-US" altLang="zh-CN" dirty="0"/>
              <a:t>60-80</a:t>
            </a:r>
            <a:r>
              <a:rPr lang="zh-CN" altLang="en-US" dirty="0"/>
              <a:t>及格，低于</a:t>
            </a:r>
            <a:r>
              <a:rPr lang="en-US" altLang="zh-CN" dirty="0"/>
              <a:t>60</a:t>
            </a:r>
            <a:r>
              <a:rPr lang="zh-CN" altLang="en-US" dirty="0"/>
              <a:t>不及格。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5495" y="71750"/>
            <a:ext cx="5421428" cy="50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循环结构流程图练习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2520432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：输出</a:t>
            </a:r>
            <a:r>
              <a:rPr lang="en-US" altLang="zh-CN" dirty="0"/>
              <a:t>1-100</a:t>
            </a:r>
            <a:r>
              <a:rPr lang="zh-CN" altLang="en-US" dirty="0"/>
              <a:t>所有的正整数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0993" y="273844"/>
            <a:ext cx="3133721" cy="47586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总结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643" t="1864" r="1474" b="2039"/>
          <a:stretch>
            <a:fillRect/>
          </a:stretch>
        </p:blipFill>
        <p:spPr>
          <a:xfrm>
            <a:off x="1092200" y="1347470"/>
            <a:ext cx="6958965" cy="3141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7410,&quot;width&quot;:7245}"/>
</p:tagLst>
</file>

<file path=ppt/tags/tag3.xml><?xml version="1.0" encoding="utf-8"?>
<p:tagLst xmlns:p="http://schemas.openxmlformats.org/presentationml/2006/main">
  <p:tag name="ISPRING_RESOURCE_PATHS_HASH_PRESENTER" val="76ce7ccbcda6cf12636bdb4ab607c4c83d474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TUyMjk2NjE0NDY3IiwKCSJHcm91cElkIiA6ICI0NzEyNzM1MzgiLAoJIkltYWdlIiA6ICJpVkJPUncwS0dnb0FBQUFOU1VoRVVnQUFBWVlBQUFHdUNBWUFBQUNVZjZHK0FBQUFDWEJJV1hNQUFBc1RBQUFMRXdFQW1wd1lBQUFnQUVsRVFWUjRuTzNkZVZ4VTVmNEg4TTh6REtpNGhnc2lYalZ1dCtXYUtJT3BaSWE0bEthNFZhYmQwQmJUekswc3RicjJ5L1RWb3BXVnRvZWE1blV0WExLclpabWtwcW1BUUthVUlhWUNJb0tDb01ETWVYNS8wTXpseUNBZ00zUE96SHplcjFldjE4eVpNOE9YbUsrZmVjNXp6ak1BRVJFUkVSRVJFUkVSRVJFUkVSRVJFUkVSRVJFUkVSRVJFUkVSRVJFUkVSRVJFUkVSRVJFUkVSRVJFUkVSRVJFUkVSRVJFUkVSRVJFUkVSRVJFUkVSRVJFUkVSRVJFUkVSRVJFUkVSRVJFUkVSRVJFUkVSRVJFUkVSRVJFUkVSRVJFUkVSRVJFUkVSRVJFUkVSRVJFUkVSRVJFUkVSRVJFUkVSRVJFUkVSRVJFUkVSRVJFUkVSRVJFUkVSRVJrVk1KclFzZzd4VWVIdTR2cFJ3Z3BZd1VRdlFFRUF5Z09RQmZqVXR6TjJZcFpSNkFUQ0hFVHdEaWk0cUt0cWFscFJWcVhSaTVKd1lEdVZ5blRwMnU4L1gxZlJiQVpBQk50SzdIRTBrcGk2U1VueWlLOG5wS1NrcU8xdldRZTJFd2tFdUZoNGZmcnlqS3gwS0k2NFFRNk5LbEMzcjI3QW1UeVlUZzRHQTBhOVlNUnFOUjZ6TGRpdGxzeG9VTEY1Q1ZsWVhFeEVUODlOTlBPSGp3SUtTVUFGQUFZRnBpWXVKbjJsWko3b1RCUUs3aVl6S1ozZ0l3RFFBaUl5TXhiZG8wdEcvZlh1T3lQRk5tWmlZV0xWcUU3ZHUzV3pjdFRVeE1uQURBckdGWjVDWVlET1FLUnBQSjlDbUFoeHMzYm93WFgzd1JmZnYyMWJvbXI3QnYzejdNbmowYitmbjVBTEJSQ0RFeUlTR2hUT3U2U045OHRDNkFQRjlZV05nQ0ljU1RMVnUyUkd4c0xFd21rOVlsZVkyMmJkdWlmLy8raUkrUFIyRmg0YzBBMm1abFpXM1N1aTdTTjQ0WXlLbTZkT255b01GZytFK3paczN3MldlZjRXOS8rNXZXSlhtbE0yZk9ZT3pZc1RoNzlpd0FURWxNVEh4UDY1cEl2eGdNNURSaFlXRnRoQkJIZkh4OG1peGV2QmpkdTNmWHVpU3Y5c3N2ditDeHh4NURXVmxaa2Rsc0RrMU5UVTNYdWliU0o0UFdCWkRuRWtLOEE2REpxRkdqR0FvNmNPdXR0K0tKSjU2QUVLS2gwV2o4Uk90NlNMODRZaUNuQ0EwTjdXNDBHdmNGQlFVaExpNE9mbjUrV3BkRUFNckt5akJxMUNoa1pHVEFZckhjblp5Yy9LM1dOWkgrY01SQVR1SGo0L015QUR6KytPTU1CUjN4OWZYRjFLbFRBZnp2YjBSMEpRWURPVnpuenAwN0NpSHVEZzRPeHBBaFE3UXVoNjV3NTUxM0lpUWtCQUI2aEllSDh4Z2ZWY0pnSUlmejhmRVpCd0REaGcyREVEeGFxVGRDQ01URXhBQUFGRVY1U3VOeVNJY1lET1JRSFR0MjlKTlNqakVhalJneFlvVFc1VkFWK3ZUcEExOWZYd2doQm5ibzBLRysxdldRdmpBWXlLSDgvUHp1RkVJRWhJV0ZvVm16WmxxWFExVm8xS2dSSWlNakFhQnBRRURBVUszcklYMWhNSkJEU1NuN0EwRFBuajIxTG9XcUVSVVZCUUNRVWc3U3VCVFNHUVlET1pRUUlob29uK0FrZmV2Y3ViUDFaaTh0NnlEOVlUQ1F3M1RzMkRGQUNIRkxRRUFBVjAxMUEwRkJRUWdNRElRUW9rTm9hR2dycmVzaC9XQXdrTVA0K3ZxR0FzQU5OOXlnZFNsVVE2R2hvUUFBbzlGNGg4YWxrSTR3R01oaGhCQTNBOEQxMTErdmRTbFVRN2ZjY292MVpyaVdkWkMrTUJqSVlhekI0TW1Ia1N3V0MxNTY2U1VvaXFMYVhseGNqRGx6NXFDa3BFU2p5cTVOY0hBd0FFQksrWGVOU3lFZDRYY29rc05JS1c4VVFxQmR1M1phbDFLdGpSczNZdDY4ZVRYZVB5RWhBUUNRbloyTm4zLytHUWFEK2pQVnlwVXJVVkpTZ25yMTZqbTBUbWNMREF5MDN0VC9INDFjaHNGQWpoUUVBQzFhdE5DNmptb05IVG9VMGRIUkFJQnUzYm9oUGo0ZURSbzBzRDF1YnhzQW5EeDUwcnFjaEUxbVppYldyRm1EbFN0WFFsRVVqQnMzRGdzV0xIQ0wvdzlObXphMTNteXVaUjJrTHd3R2NoZ2hSR3NBdU82NjY3UXVwVnBDQ1BqNC9POExEQTBHZytxK3ZXMlBQUElJZnYzMVZ3Z2hjTWNkZCtEU3BVczRjT0FBNXM2ZGk0Y2VlZ2h0MnJRQlVCNDZiNzc1Smw1Ly9YWFgvREoxMEtSSkV3Q0FFSUxCUURZTUJuS2toZ0RnNysrdmRSMU9zV3paTXJ6MDBrdm8zcjA3K3Zmdmo3dnV1Z3NMRml6QWdRTUhZTEZZOE1NUFA2Q3dzQkJGUlVVb0tDaEFjbkp5eFdzRmRLbCtmZHRxR0EydXRoOTVGd1lET1ZJREFCNjl6SFphV2hvZWZmUlJuRGx6Qm0zYXRFRy9mdjN3ajMvOEEyM2J0a1dMRmkwUUVCQ0FwazJiWXZQbXpWaXlaQWtXTFZxa2RjbFg1ZXZyYTczcHVYODBxalVHQXptY082eW9HaDZ1UGp1elY2L0tGLzlXM0RaKy9IakV4TVRnM0xsemFOZXVIYjcvL252Y2VPT042TnExSzdwMjdWcnB1UU1IRGtUZnZuMGRYN2p6NlArUFJpN0RZQ0NIa1ZKZUZrSTBLaWtwMGYzaEpPdFpScVdscFlpSWlNRCsvZnRWOHduaDRlSFl0V3VYNnZkSVRrNUc0OGFOY2ZIaVJlemR1OWNXTHVIaDRXalZTbjNoOFBuejU3RjM3MTRYL0NaMVUxWldacjNwWHVmWmtsTXhHTWlSaWdBMHVuVHBrdTZEd2VyczJiTm8wcVJKcFlsbmV6cDM3b3g3N3JrSFk4ZU94Y1dMRi9IVVUrVmZaZURuNTRldFc3ZXE5bzJJaUhCS3ZZNW12ZTVDU25sWjQxSklSM2lCR3ptTUVPSU1BT1RuNTJ0ZFNvM3QyN2NQSFR0MnJQSCs0OGFOUSt2V3JWRmFXb3JqeDQ4N3NUTFhLQ2dvc040OHAyVWRwQzhNQm5La0xBREl6YzNWdW80YVNVOVB4NGNmZm9qUm8wZlgrRGtiTjI3RStmUG44Y1FUVDJEaXhJbElUMDkzWW9YT2QrSENCUUNBRUlMQlFEWThsRVFPSTZYOFRRaHg5OG1USjlHalJ3K3R5N21xVFpzMlllSENoUmcvZm55TnZ6dGk5ZXJWV0xkdUhUNysrR08wYXRVS29hR2hDQWtKUVZsWkdZWU9kYy92dWpsejVvejE1a2t0NnlCOVlUQ1F3MGdwandvaGtKR1JvWFVwMVFvTURNUTc3N3lEc0xBd3U0K1BIeisrNHFtY0FJQU9IVG9nTmpZV3padVhYd3YyejMvK0UwRDUyVXR2di8yMmF0K25uMzdhQ1ZVN1htWm1KZ0JBU3ZtSHhxV1FqakFZeUdHRUVHa0EzQ0lZcWh2UlRKZ3dvZEsycWlhVXJ3eUZxcmJwMGRHalJ3RUFpcUlrYVZ3SzZRam5HTWhoREFaRE1nQWNPM1pNNjFLb2hwS1Rrd0VBQm9OaHQ4YWxrSTR3R01oaEVoSVNjcVdVditmbTV1TFVxVk5hbDBQVnlNbkpRVlpXRmdDY1RFcEt5dFM2SHRJUEJnTTUybGNBc0d2WExxM3JvR3BZUnd0U1NvNFdTSVhCUUE0bGhOZ09BSHYyN05HNkZLcEdmSHc4QUVBSThWK05TeUdkWVRDUVErWGw1ZTBFVUhEdzRFRVVGaFpxWFE1Vm9iaTRHRHQyN0lDVXNrZ0lFYWQxUGFRdkRBWnlxSXlNak1zQVZwYVZsV0hUcGsxYWwwTlZpSStQdHk2SHNTMGhJYUZZNjNwSVh4Z001SEFXaXlVV0FPTGk0aUNsMUxvY3VvS1VFaXRYcnJUZVhheGxMYVJQREFaeXVPVGs1Q1FwWmZ5SkV5Znd6VGZmYUYwT1hXSGZ2bjNXNnhjU2s1S1M0cld1aC9TSHdVRE84bjhBOFBISEgxZGMycGswWmphYnNYaHgrU0JCVVpTNUdwZERPbFg5V3NORTF5QTdPL3RFVUZEUWJSY3VYTGhSU29uYmJydE42NUlJd05xMWEvSFZWMTlCU3JubjBLRkRzN1N1aC9TSkl3WnlHclBaUEFWQTBmTGx5NUdhbXFwMU9WN3YyTEZqMXE4YXZhUW9TdVUxUDRqK3dtQWdwMGxKU1RtdUtNcFRack1aTTJiTXFMaVNKN2xZWGw0ZXBrK2ZqdExTVWlpS01pODVPZm13MWpXUmZ2RlFFamxWZG5aMllsQlFVSEJ4Y1hINHpwMDcwYnQzYnpSdTNGanJzcnhLYm00dUprNmNpQk1uVGdEQStxU2twR2xhMTBUNnhoRURPWjBRWWhLQWphZFBuMFpNVEF3T0hEaWdkVWxlSXpVMUZURXhNZmpqano4QTRQdUNnb0lZcldzaS9STmFGMEJldzJneW1aWUNpQUdBSVVPR1lQejQ4UWdLQ3RLNExNK1VtNXVMSlV1V1lQMzY5ZFpyU1RZSUlSNUlTRWpnS1dKVUxRWUR1WlRKWkpvQVlBR0FKa0lJOU9yVkMzMzc5c1ZOTjkyRWxpMWJvbEdqUmpBYStUVWh0V0d4V0hEeDRrWGs1dVlpTFMwTjhmSHgyTEZqQnhSRkFZQWlLZVZMU1VsSmIybGRKN2tQQmdPNVhHaG9hQ3NmSDU5WEFZd1NRalRVdWg0UGRRbEFuTmxzZmk0bEpZVnJvRk90TUJoSU16ZmRkRk5qZjMvL2g0UVF2UUdFQW1nSm9DbjR6WUsxWlpGU1hnQndEa0NLbEhLWHhXSlprWnFhbXE5MVlVUkVIc3RrTWttVHljU0ZuOGdyOEt3a0lpSlNZVEFRRVpFS2c0R0lpRlFZREVSRXBNSmdJQ0lpRlFZREVSR3BNQmlJaUVpRndVQkVSQ29NQmlJaVVtRXdFQkdSQ29PQmlJaFVHQXhFUktUQ1lDQWlJaFVHQXhFUnFUQVlpSWhJaGNGQVJFUXFEQVlpSWxKaE1CQVJrUXFEZ1lpSVZCZ01SRVNrd21BZ0lpSVZCZ01SRWFrd0dJaUlTSVhCUUVSRUtnd0dJaUpTWVRBUUVaRUtnNEdJaUZRWURFUkVwTUpnSUNJaUZRWURFUkdwTUJpSWlFaUZ3VUJFUkNvTUJpSWlVaEZhRjBDa1IyRmhZWDBCRExUZUYwSThBd0JTeXJjcTdMWTNLU25wUzFmWFJ1UnNScTBMSU5JcHN6VU1LcXE0eldLeGpIQnRTVVN1d1VOSlJIWWtKU1h0a1ZMbVhXV1hBclBaL0xYTENpSnlJUVlEa1gxbUFHdXY4dmgzaHc4ZkxuVlZNVVN1eEdBZ3FscGNWUTlJS2RlN3NoQWlWMkl3RUZXaHNMQndGNENDSzdkTEtZdnk4L00zYWxBU2tVc3dHSWlxY096WXNSSXA1UmRYYmhkQzdNakl5TGlzUlUxRXJzQmdJTG9LS1dXbDAxRVZSZUVwcXVUUkdBeEVWNUdUazdNVFFGR0ZUWmZLeXNvWURPVFJHQXhFVjVHWm1Wa01vT0o4UXZ6aHc0Y3ZhbFVQa1Nzd0dJaXFvU2hLeFhrR1RqcVR4Mk13RUZYajBxVkwzd080TEtVc0xTc3JXNmQxUFVUT3htQWdxa1phV2xxaGxIS0xFR0ozYW1wcXZ0YjFFRGtiMTBvaXFnRXA1VG9BcmJXdWc4Z1ZmTFF1Z0VqUE9uVG9VRDhrSkdRVWdIbENpQkd0VzdmT05oZ01hWVdGaFdWYTEwYmtMRngybThpT1RwMDZYV2MwR2g4VlFqeUx5aU9GY3dBV21zM20ySlNVbEJ3TnlpTnlLZ1lEVVFWaFlXSHRoUkNUQVR3SndCOEEvdjczdjJQVXFGSHc4L1BEbWpWcmNPVElFZXZ1bDZXVW4wb3BGeDg2ZE9oM3JXb21jalFHQXhHQTBOQlFrOUZvbkM2bEhDMkVNQUJBMTY1ZE1XYk1HTngrKyswUW9yeFZwSlJJU0VqQXNtWEw4UFBQUDBOS0NTbWxBaUJPQ1BGV1ltTGlQaTEvRHlKSFlEQ1FOek9ZVEtiK0FHWUM2QU1BUnFNUlVWRlJlT1NSUjNEVFRUZGQ5Y25IangvSDBxVkw4ZDEzMzZHMHRId0ZiaW5sVDBLSTF4TVRFNzhHb0RpNWZpS25ZRENRMStuUW9VUDlnSUNBKzZTVXp3c2gvZ2tBRFJzMnhPREJnekYyN0ZnRUJnYlc2dlhPblR1SEZTdFdZUFBtelNnb3NDM0crb2VVOHJVelo4NnMvdXZxYVNLM3dXQWdyMkZ2UXJsbHk1YTQ3Nzc3TUhyMGFEUnMyTEJPcjMvcDBpVjg4Y1VYV0xkdUhUSXpNNjJiT1ZGTmJvZkJRQjZ2cWdubEJ4OThFSU1IRDRiUjZOakxlU3dXQzc3OTlsdjg1ei8vNFVRMXVTVUdBM21zbWs0b093c25xc2xkTVJqSTA5UnBRdGxaT0ZGTjdvVEJRQjdCMFJQS3pzS0phbklIREFaeWE4NmVVSFlXVGxTVG5qRVl5QzI1ZWtMWldUaFJUWHJFWUNDM292V0Vzck53b3ByMHhEMjdpTHlOTGllVW5ZVVQxYVExQmdQcGxydE1LRHNMSjZwSkt3d0cwaDEzblZCMkZrNVVrNnN4R0VnM1BHVkMyVms0VVUydXdtQWd6WG5xaExLemNLS2FuSTBkUjFyeHFnbGxaK0ZFTlRrRGc0RmNTdThUeWlOSGpzU2FOV3RnTUJocTlUd3BKY3JLeXVEbjUxZnR2bSsvL1RhNmR1MktYcjE2WFd1WmxYQ2ltaHlKd1VBdWNTMFR5bDI3ZGtWd2NMRGQxenQ5K2pRT0hqeG91OStuVDU5SysxeThlQkYrZm42Vi9yRWVQbnc0cGt5WkFnREl6OC9IeXBVcmJmZkR3OE94Zi85KytQajRRRkVVeko4L0g5T21UWU8vdjcvcU5Td1dDeDUvL0hITW5qMGJJU0VoaUkyTlJXRmhJWjUrK3VscS8xOXMyN1lONjlhdHc5S2xTNnZkRndEV3JGbURWYXRXSVRzN0crM2J0OGVNR1RQUXJWczN1L3R5b3BvY3didG44OGpwNmpLaDdPdnJpMDJiTnRsOUxDSWlRblYveDQ0ZHF2dHhjWEg0ejMvK2cwOC8vUlFCQVFGVi9veGZmLzBWNmVucGRoOUxUazdHM3IxNzhmenp6MWQ2Yk1PR0RiaDgrVEt1di81NkFNQ2dRWU13ZXZSb2pCNDlHcTFidDdidEZ4a1pXZW01VWtwWUxCYTdqeTFac2dRMzNIQ0RhbHRlWGg0V0xGaUF3TUJBckYyN0ZqTm16TUMzMzM2TGV2WHFWWHArZ3dZTkVCTVRnd2NmZkxEaVJIVnpBSzhZamNZWHc4TENPRkZOMWVLSWdaekNFUlBLWGJ0MlJVaElpTjNIMHRQVFZTTUdxNUtTRWl4Y3VCQ3BxYWxJUzB2RDFLbFRjZmp3WVl3Yk53NDMzbmhqcGYwWExseUkvUHg4ekpzM0Q0QjZ4REJuemh3RUJnWmk0c1NKcXVka1pXVmg5T2pSZVBmZGQ5RzVjMmZiOWc4KytBQkpTVW40OE1NUDdRWmVSa1lHMnJScFl4dkJXQ3dXSERwMENPSGg0ZFgrdjdDNmZQa3lldmJzaVMxYnRpQW9LS2phL1RsUlRVUmFNNWhNcHJ0Tkp0UDNKcE5KbWt3bTJhMWJOemxyMWl4NTlPaFJXVnM5ZXZTbzFXUDc5dTJUdzRjUGw3Tm56NWJGeGNYU1pETEprcElTK2VXWFg4b0JBd2JJbVRObnloTW5UdGoyTjV2TjhwNTc3cEhEaHcrWHUzZnZsbEpLYVRLWnBObHNscWRQbjVhUmtaRXlPanBhWm1WbDJaNVRWRlFrUjQ4ZUxkOTk5OTFLUDcrc3JFdys5dGhqOHRsbm41VWxKU1dxeDFKU1VtUlVWSlRjdDIrZmJWdDJkclljTm15WVhMUm9rYlJZTERYNmY3Sno1MDU1enozMzFIai9pdExUMCtYczJiTmxqeDQ5cFBYdkV4WVd0c2RrTWtVRHFOMmtDbmswamhoMHdHUXlmWSsvenN4eGN6OEFpQUljTTZGYzB6bUc0OGVQNDQwMzNzQWZmL3lCWjU5OUZ2Mzc5d2VnL3ZSLytmSmxMRm15Qkt0WHI4YTk5OTZMYWRPbVljdVdMZmpoaHg4d2Z2eDRUSjgrSFd2WHJrVlVWQlQyNzkrUFo1OTlGaDA3ZGtTTEZpM3cyV2VmWWVuU3BhaGZ2ejZlZnZwcDFLdFhEKys4OHc0TUJnTU9IejZNRGgwNjJPWklDZ29LTUhueVpBREF2SG56MEw1OWUremV2UnYvOTMvL2gwbVRKbUhZc0dIdzhmR3gvUjQvL2ZRVFltTmowYXhaTTd6eXlpdG8wS0JCbGY4L0VoSVM4UHp6eitPMTExNnIxU2pqU3ZZbXFxV1VCNFFRdDEzemkycEFTcmsvS1NtcHU5WjFlQ0xPTWVpREo0UUNwSlNOckllSWZIeDgwTHg1OHpwZGxQYnV1KytpWjgrZWRoL2JzMmVQN1hiVHBrMWhNcG53NXB0dnFpYUplL2Z1YlR0a1ZiOStmVXlhTkFtREJ3OUdRa0lDQ2dzTDhjRUhIMkQrL1BtNDVaWmJFQmtaaWQ5Kyt3MEE4TjEzMytITW1UT1lQMzgrL1B6OGtKR1JnZG16WitQNjY2K0h3V0RBL1BuellUQVlVRmhZaU1tVEoyUDI3Tm5vMjdjdkFLQkpreWI0K09PUDhmTExMK1BiYjcrRnY3OC9saTFiaGpmZWVBUHIxcTJEajQ4UGhnMGJadnNkRml4WWdOV3JWK081NTU3RGl5KytpRGZmZk5QdTczdjI3Rms4ODh3emVQUE5OK3NVQ2tENWFjRXRXclM0OG0valg5WCtlaVdFc0Q4RFQzWEdFWU1PbUV3bUNRQ0ppWW51L3Zjd2RPblNaWlFRNG1raFJGY0E4UFB6dy9EaHcvSEFBdytnZmZ2MjFiN0E3Ny8vanFsVHA5cDlMQ2NuQjYxYXRhcTBmZXZXclFDQTIyNjdEWTBiTjY3eXRRc0xDN0Zueng3NCtmbmg1NTkveGc4Ly9JRG5ubnRPdFU5NGVEajI3dDJMOCtmUDIzNldvaWpJek14RWl4WXRZREFZYkhNRUN4Y3VSRVpHQmhZdFdtVDM1MGtwY2VUSUVUUnQyaFRCd2NGSVMwdkRsQ2xUc0hidFdqUnExQWovK3RlLzhOaGpqK0h1dSs5R1dWa1pjbkp5cWh3aGJkKytIYXRYcjY3eG1VejJaR1ptWXQyNmRWaTNiaDFLU2txc20xT2xsTzhrSlNVdEIyQzU1aGQzQWltbEFPQUhvQjRBWDFRNDNOV3ZYNzhjQVBqdXUrOHF2eUhLS1FES0FKUUFLQlZDU09kVzYxbmMvUjhpaitCQndXRFRwVXVYM2dhRDRUa3BaWDhoaEVFSWdhaW9LTVRFeEtCVHAwNDFtbnpldUhFakFnSUNjT2VkZDhKaXNhQmJ0MjVJU0Vpb2NuL3JQK3BWWFV0dzVlTlNTdHgrKysycWZVcExTeXM5LzhFSEg3U2R6bXIxKysrL1k5eTRjVmkxYWhXQ2c0TngvUGh4dlBmZWUzampqVGV1ZWczRW9rV0xjUGp3WWJScjF3NzUrZmxWamhDdVZGQlFnUHo4L0JxRmEwVlNTaHc5ZWhRclY2N0VOOTk4WTV0OEZrTEVBMWlRbUppNHJWWXY2RUpTU2o4QXJRQzBCZEFTNVNFQkFKZzVjK1lYQUxCZ3dZTDdxbmg2S1lDekFFNEJ5QkZDbERxM1dzL2lNZjhRNloyM2Z2cnAxS25UelVhajhRVWh4UDBBNnYrMURZODg4Z2p1dU9NTzFmSDJpdkx5OG5ELy9mZGo3dHk1Nk5tenB5MFkyclp0cTlwdjVNaVIrTmUvL2dXZzlzRlExVDdXZVltcWxKYVdZdXpZc1JnNWNpU0dEeDhPb1B3ZjRJa1RKNkpUcDA2WU5HbFNsYy9OeTh2RGZmZmRoNktpSXF4ZXZicktzNjZ1bEpTVWhGOSsrUVV4TVRFMTJsOVJGT3pidHcvTGx5KzN6Y1ZJS1V1RUVCc1ZSWG45MEtGRGgycjBRaHFTVWpZRzBCSEEzanE4VEFTQXcwS0lRc2RVNVIwNHgrQTZ2aWovMUZQcDA0L0paTExldkxPSzU2bysvZngxM3kya3BxWWVCVEFtTkRUMFdhUFJPQVBBSTZtcHFjMm5UNStPNE9CZ1BQcm9vN2o3N3J0Vms2NEZCUVY0NXBsbmNOdHR0K0h0dDkvR3VYUG5jTWNkZHdCQWxkYzF1SXFpS0hqMTFWY1JIQnhzQ3dWRlVYRDU4bVZNbVRJRmp6LytPSHIwNkZGcEhpQTNOeGNiTm16QW1qVnJFQlVWaFRadDJtRGN1SEdJam83RzhPSEQwYUZEaDZ2KzNNVEVSR3pkdXJYYVlDZ3BLY0YzMzMySFpjdVc0Zmp4NDliTkY2U1VLeXdXeTRLVWxKUlQxL2lyYThFUDViMVNGNnBlbzVyaGlNRkYrT21uWEpzMmJmd0RBd01uQXBna2hMZ2VLSit3ZmVpaGh6QnMyREJrWjJkajVzeVp1T09PT3pCcjFpeWNQSGtTc2JHeFNFaEl3TGx6NTlDd1lVTVlEQVpJS2FFb0NzeG1NelpzMklBV0xWb2dQRHpjN2h5RVZVNU9qbTNFc0hidFdyenp6anVWOXJGM0tNbHE3OTY5V0xSb0VaWXZYNDRtVFpvQUtQK0gyR0F3b0dIRGhtallzQ0dNUmlPS2lvcXdmdjE2TkdqUUFHdldyTUdQUC82STVPUmtSRVZGWWN5WU1iWjFvTTZjT1lQbHk1Zmo2NisvUmtCQUFMcDA2WUlaTTJaVXVzcTZKaTVjdUlETm16ZGp4WW9WeU12TEF3QklLVThKSVQ0cUtpcGFsSmFXNW5idkdTbGxTNVIvV1BxaURpOXpQNEI0SWNSWngxVGxIUmdNTGlLbGJBN2dkZ0NiNi9BeVF3RDhKSVE0NTVpcU5HVjNvam82T2hvMzMzd3pSb3dZWWZkSmZ4MGpoNktVcncwbmhMQWQ5bm5tbVdjd2YvNzhLcytFZXY3NTV6RnYzcnc2blNtVm5aMk5QLy84RTRHQmdXamF0Q2thTjI2c091d2twY1NNR1RQdzhNTVA0OVpiYjhXYU5XdFF2MzU5OU9uVHh4WW1WeW9wS2NIZXZYdFJXRmlJNk9qb1d0WGpiaFBLdGNGZzBBNkR3VVg0SnErYUl5YXF2WWs3VHlqWHhwVTljNDNyWVhsa3p6Z2JPODVGR0F6VnU5YUphbS9oQ1JQS3RWRmR6OVJ3UFN5UDdobG5ZVEM0U0ZWdjh0cXNJQW92ZVpPSGhvYTJzazVVQTJnT29NcUphbS9nWVJQS05WWlZ6OVJ5UFN5djZCbHlVMUxLbGxMS2U2OWN2NmFXNndIZDkxZXplSVUyYmRyNGg0V0ZQUk1XRnBadVhkdW5kKy9lTWpZMlZ1Ym01dFpvZlNCM2R2NzhlYmxpeFFyWnIxKy9pbXNiblRTWlRQKys2YWFicXI2U3owTklPejFUMi9Xd3BKZjFqS053eE9BaThpb2pobHFzSU9xdG4zN3FmRVcxTy9Ia0NlWGFxTmd6MTdJZTFsL2ZqZUd0UFZNbnZJNUJZNzYrdmxpM2JwM2R4Njc4emdFdnBodzZkR2dWZ0ZYV2llcVNrcEwrYTlldU5heGJ0ODRqSnFxbGwwd29YNnRyV1ErTHJwMTdkcEVidXRxSWdYTU10ZWNwRTlYZU5xRmNHL1o2cGpicllmMkZQWE1OT0dMUVdFMVhFQ1cxYTdtaVdrKzhkVUs1cmhSRndiWnQyNjY2N0FuVkhZTkJBM1ZaUVpUVS92b080eGx0MnJSNXlYcEY5ZW5UcDYrZk4yOGUzbjMzWGRzVjFjMmJOOWU2VkFDZWVZVXllUjRlU25LUnFnNGwxWElGVVE2THE2ZkxpV3BPS05lZXZaNjVob1VTMlRQWGdDTUdEZVhsNVdIeDRzV1lPM2V1YXZ2UW9VTlY5eXV1SUVyVjBzMUVOU2VVbmVQSy9pREhZekJvUk04cmlIcUtRNGNPN1FTdzB6cFJEZUQrSFR0MjFOK3hZNGRUSjZxdk5xRXNwWHc5S1NuSmF5ZVU2NnAzNzk3VnJvZDF0ZS9Eb0pyaG9TUVhxVGdzUG56NGNLMVhFTjIxYXhmQVlYR2RPUHVLYWs0b081Ymt3cE9hWVRDNFNNVmdLQzR1Um1KaW9tMkVZR2ZmcWxZUVpUQTRRSFZMZjlkMm9wb1R5czRodVZTOVpoZ01Mc0pQUDdwVXA0bHFUaWc3bDZ6ODFaNzFySS9ObWpWclBRRE1uei8vL2lxZVhnSit0ZWMxWXpDNENELzk2RnRObC83bWhMTHJTQy85T2x3OVlEQzRDRC85dUllcXJxZ2VPM1lzZkgxOThmbm5uL01LWlIwd21Vd1NBQklURS9sdm1CUHdmNnFMOE5PUGU3RTNVVjBCSjVRMXhtQndMcDZ1NmlKLy9XTmU4dGQvS2lhVHlib1BKNVYxNHNvcnFvVVFUNkk4MEQvbWhESjVPZ1lEMFZWa1ptWVdaMlptdmdYZ0xhMXJJWElWWGdsQ1JFUXFEQVlpSWxKaE1CQVJrUXFEZ1lpSVZCZ01SRVNrd21BZ0lpSVZCZ01SRWFrd0dJaUlTSVhCUUVSRUtnd0dJaUpTWVRBUUVaRUtnNEdJaUZRWURFUkVwTUpnSUNJaUZRWURFUkdwTUJpSWlFaUZ3VUJFUkNvTUJpSWlVbUV3RUJHUkNvT0JpSWhVR0F4RVJLVENZQ0FpSWhVR0F4RVJxVEFZaUloSWhjRkFSRVFxREFZaUlsSmhNQkFSa1FxRGdZaUlWQmdNUkVTa3dtQWdJaUlWQmdNUkVha3dHSWlJU0lYQlFFUkVLa0xyQXJ4UldGaFlYd0FEcmZlRkVNOEFnSlR5clFxNzdVMUtTdnJTMWJVUjZSRjd4cldNV2hmZ3BjeldOM1pGRmJkWkxKWVJyaTJKU05mWU15N0VRMGthU0VwSzJpT2x6THZLTGdWbXMvbHJseFZFcEhQc0dkZGlNR2pEREdEdFZSNy83dkRodzZXdUtvYklEYkJuWElqQm9KMjRxaDZRVXE1M1pTRkVib0k5NHlJTUJvMFVGaGJ1QWxCdzVYWXBaVkYrZnY1R0RVb2kwalgyak9zd0dEUnk3Tml4RWlubEYxZHVGMExzeU1qSXVLeEZUVVI2eHA1eEhRYURocVNVbFU2dFV4U0ZwOXNSVllFOTR4b01CZzNsNU9Uc0JGQlVZZE9sc3JJeXZzbUpxc0NlY1EwR2c0WXlNek9MQVZROE5ocC8rUERoaTFyVlE2UjM3Qm5YWURCb1RGR1Vpc2RNT1lGR1ZBMzJqUE14R0RSMjZkS2w3d0ZjbGxLV2xwV1ZyZE82SGlLOVk4ODRINE5CWTJscGFZVlN5aTFDaU4ycHFhbjVXdGREcEhmc0dlZmpXa2s2SUtWY0I2QzExblVRdVF2MmpITjU5ZXFxSFR0MnZNSFB6MisvRU9JNnJXdnhGRkxLL1VsSlNkMjFyb1BxanYyaEhhMzd5S3NQSmZuNStZM21tOTZ4aEJBbXJXc2d4MkIvYUVmclB2TDJRMGt4QVBEaGh4K2lXN2R1V3RmaTFqNzk5Rk44OU5GSGtGSXUxN29XY2hqMmg0dnBwWSs4TmhoTUpsTW9nSDhFQkFTZ2E5ZXVXcGZqMXFTVStQcnI4aFdQRlVYNWo4YmxrQU93UDF4UFQzM2t0WWVTcEpSREFlQ09PKzZBd2VDMS94c2M0dmZmZjhmSmt5Y0JJQ3M1T1htbnh1V1FBN0EvWEU5UGZlVE5mL0VZQUJnNGNHQjErMUUxNHVQakFRQlN5djhDa05wV1F3N0MvbkF4UGZXUlZ4NUs0akRaY2ZRMC9DWEhZSCs0bnQ3NnlDdEhEQndtTzQ2ZWhyL2tHT3dQMTlOYkgzbnJYNTNEWkFmUjAvQ1hISWI5NFdKNjZ5T3ZPNVRFWWJMajZHMzRTM1hIL25BOVBmYVIxNDBZT0V4MkhMME5mNm51MkIrdXA4Yys4c2EvUElmSkRxSzM0Uzg1QlB2RHhmVFlSMTRWRENhVEtWUUlVYWRoOHZqeDQxWDNGVVdwdE8xS1R6MzFGS1FzLzN0UG16YnRtbjZ1M3VoeCtFdDE0NGorc0ljOVV6Vzk5cEZYelRGSUtZY0tJZW8wVEU1SVNManlOZmlxSUFzQUFCeFJTVVJCVkN0dGUrMjExM0QwNkZIYi9TTkhqdURoaHgrMjNSNDdkcXp0c2VYTHk2OThqNHlNVkwxR1VWRVJHalpzV09tMjFVc3Z2WVErZmZvQUtCLzJWNmR0MjdaWXMyWk50ZnZWbEI2SHYxUTNqdWdQZTV6Vk13Q3dhOWN1TEY2OFdQVmE2ZW5wQ0FrSnFWVEh1blgvKytvR0xYckdIcjMya1ZjRkE2NWhtTHg1OCtaS2I3eisvZnRYMnEvaXR1M2J0NnNldSt1dXUyeHY1ajU5K3FodVcxbUhrMWI5K3ZYRDl1M2JJWVJBMzc1OThmMzMzMWRaNCs3ZHUydjQyempPenAwN0FlaHIrRXQxNXBERFNLN3FHUUNWZms1TmFkRXo5dWkxajd4bTJlMi96clpJYnQ2OE9iWnQyM2JObjRnaUlpS3dkKzllQU1DNWMrZlFyRmt6ZE92V1RmVUpLRDgvSHhNbVRFQ0RCZzBBQUVlUEhzWE5OOThNb1B6VHp5MjMzR0s3dlgvL2Z0dnpLcjdwQ3dvSzBLUkprMHEzQWNEZjN4OWJ0bXk1cHZvZFFVcUo0Y09INCtUSms3QllMSDJTazVOLzBLd1ljZ2hIOVljOXp1eVp5TWpJU2grcUt2NjhxKzJuTmZhUkRvU0ZoYjFvTXBua25EbHo1TFhhdG0yYmZPR0ZGMnozVFNhVExDa3BzZDMvL1BQUFpYWjJ0dHl6WjQrTWpvNldVa3A1NXN3Wk9YcjBhTnMrVVZGUnR0dC8vdm1uNnZWNzl1d3BwWlN5dExSVTl1M2JWMG9wcGNWaWtmMzc5N2U3bjFiUzB0S2t5V1NTSnBNcEUxNzA0Y0tUT2FJLzdIRjJ6M3p3d1FjeUlTRkJqaGt6Um80Wk0wYWVPblZLOXVqUlEwb3A1Vk5QUFNYSGpCa2pGeTllTEQvNDRBT0gvbDZPb09jKzhxWkRTWFVhSm1kbVptTCsvUG1JalkydDlGaGhZU0htelp1SHMyZlA0cDU3N3NIWnMyZmg3KytQc1dQSDR1elpzd0JnTzBaNjhlSkYxZkhTM054YzIrU1QxWmt6WjNEZGRlWEw0SjgvZng0dFdyU3dXOVBCZ3djeFpjb1UyLzNTMGxMNCtmbFZlUjlBcFU5UzEwS3Z3MStxRTRlZmplU0tucGs0Y1NJMmI5Nk0wdEpTQUVCYVdocjgvUHh3NE1BQmxKYVdvclMwRkgvKytTY1dMRmdBUUx1ZXNZZDlwREdUeVJScU1wbGsvLzc5cGNWaXFYV3luejkvWHQ1Ly8vM1NaREtwdHB0TUp2bmYvLzVYRGh3NFVDNWN1RkNXbFpXcEhqOXc0SUFjTVdLRXpNN090bTJMaW9xU2lxTElTNWN1eVhQbnpzbjc3Ny9mOXBoMUpQRGxsMS9LaUlnSXVXWExGdm5qanovS3UrNjZTLzd5eXkrVjlxdklZckZJazhra0wxeTRJS1dVTWo4L3YxSzlqcUFvaWh3NmRLZzBtVXl5YytmT1VWci9iYW51NnRvZjlyaXFaeXJhc21XTEhENTh1TnkrZmJzY09YS2szTFJwMDFWcmRGWFAyS1AzUHZLS0VZUDg2MnlMbmoxNzF2cllhWFoyTnFaTm00YnUzYnZqanovK3NHMjMzbDYyYkJsZWZmVlZkT25TQlFDUWw1ZUhmZnYyNGIvLy9TLzI3dDJMZ0lBQTFTZVVGaTFhNElFSEhrQjZlanB1dlBGR2pCa3o1c3Bhc1c3ZE9yejExbHRZdG13WldyWnNpVUdEQnVHcHA1N0NtREZqRUJNVFk3Zk93c0pDQ0NGc3gyaWRSYTluVWRDMXEwdC8yT1BxbmtsT1RzYUhIMzZJQmcwYVlOYXNXZGk4ZVRNKy9QQkR6SjgvSDNGeGNYam9vWWNRR1JrSlgxOWYxZk5jMVRQMjZMMlB2Q0lZVUlkaDhwOS8vb2s3Nzd3VGt5Wk53cXBWcTNEcTFDa3NYYm9VUC83NEk0RHlVK2NxdnJIV3IxK1BpeGN2WXNLRUNVaExTN09kYlNHbHhMRmp4L0NQZi93RFFQbEU4NnBWcXlyOXZCVXJWcUJWcTFhSWlJaEFtelp0OFBUVFQyUHUzTGtZTm13WUprK2VqS0tpSXJ0MUhqMTZGRzNhdEtuMDVxL285T25UQ0E0T3J2WC9nNG80L1BWSURqMk01S3FlK2ZISEgvSHBwNS9DWXJGZzBxUko2Tm16SjREeXM2TCsvUE5Qeko4L0h6Ly8vRE5pWTJNeFo4NGN6Snc1RTBPR0RMRTkzMVU5WTQvZSs4ampnOEc2OWt2ejVzMXgyMjIzMWZyNTNicDFVMzJ0NGJadDI5Q3NXVFBFeGNVaEtpb0tQajQrdHNla2xGaTFhaFYrK09HSFNwKzhDZ3NMTVd2V0xNVEZ4VjMxNStYazVHRDI3TmtBZ0U4KytRUlRwMDZGajQ4UDJyVnJoODgrK3d6Ky92NVl1WEtsNmpsU1NpeGZ2cnpTdFJCWHV1KysrN0Jod3dhMGJ0MjZSci83bGFST0w4YWhhMWZYL3JESFZUM1R1blZyVEo0OEdkMjdkOGZJa1NQeDdydnYyaDU3OWRWWG9TZ0tNakl5TUhqd1lNeWVQUnZObXpkWC9WeFg5SXc5N3RCSEhoOE1zc0pGTzBMVWZlSi8zTGh4dHR1K3ZyN0l5OHV6dldsKy9mVlgvTzF2ZjdNN0hJK1BqMGRKU1FsMjd0eUoyMisvSGMyYU5iUDcrak5tekxEZGZ1R0ZGMVFYdGdVRUJDQXZMdzlHNC8vK2JNWEZ4WGp0dGRkdyt2UnB2UDc2NjdidDF1YTdkT2tTR2pSb2dHUEhqc0hYMXhlQmdZSFgrSnVYRDM5UG5Ub0Y2SFQ0UzdYbjZQNnd4MWs5YytPTk45cHVmLzc1NTlpMGFSUDY5ZXVIZ0lBQUpDUWs0TjEzMzhXSUVTUHd4Qk5QSUNBZ3dMYXZLM3ZHSG5mb0k0OFBCdncxVEI0d1lJRERYL2plZSsvRnlKRWpVYTllUFFDQUVBSXpaODRFVVA2cDRKMTMzc0hXclZ1eGMrZE9KQ1ltWXV6WXNZaUxpOFBjdVhNUkZSV0ZRNGNPMlk2ejJtTU5oYTFidCtMVlYxOUYvZnIxVVZwYWl2dnV1dzhBY09MRUNVeWNPQkh0MjdmSDBxVkxWZGM2Tkc3Y0dMMTc5OGFnUVlOUXIxNDlsSmFXNG9rbm5xaFQ4K3Q5K0V2WHhHbjlZWSt6ZXNac051UHk1Y3Q0NnFtblVGWldodXpzYkx6NTVwc0lEdzlYN2VmcW5yR0hmYVN4aW1kYktJcFM1ek1KQmcwYVZLUDkzbmpqRGRtclZ5ODVZc1FJK2NJTEw4aU5HemZLaXhjdjJoN1B6YzJWUzVZc2tkSFIwWExuenAyMjdlZlBuNy9xNjlvN1l5UXBLYW1HMWRlTm9paHl5SkFodWoyTGdtclAwZjFoajdON3hwN2p4NC9MeFlzWHkwR0RCc24wOVBSS2o3dXFaK3hoSCttQTlhS2RsMTkrMmFWLy9KS1NraHFkOXVlc1puUUdQVitNUTlkR3EvNnd4eGs5bzhmK2NwYys4dlJEU1pvc0lYemxCVEpWY2RZeFhXZmc4TmNqNldhSmJXZjBqQjc3eTEzNnlHT1gzYll1SWR5OGVYTzMreVlxUlZHYzhyby8vZlFUTEJaTHJaOG4zZUFzQ3FvZGQrNFBlL1RXTS9hNFV4OTViRERJQ3Q5RXBZZFBEa2xKU1Nnckt3TlFmb0ZQY1hHeDNmMktpNHN4ZE9oUTJ5WCtGVVZFUk5TcGhpbFRwbFQ1YzYvR0hjNmlvTnJSVzMvWTQ4NDlZNDg3OVpISEJnTWNNRXhXRkFXSERoM0NXMis5QmJQWmJQZnh0OTkrRzFGUlVlamR1emNXTFZwayszS1JpbzRkTzRicDA2Y2pOemZYZHQvZXhXMEE4TTAzMytEV1cyK3Q4ZEI2Ly83OWlJeU1SR1JrSkxwMTY0YUlpQWpiZmVzNTJ1ZlBuNi9wcjJ5WHV3eC9xVmFjZGhocDRjS0Y2TmV2SDdwMTY0Wi8vZXRmU0UxTnRUM21MVDFqRC90SVk0NDYyNkovLy83eXJydnVxclFpcE5XeVpjdmtpQkVqWkZaV2x2empqejlrMzc1OTVZWU5HMVQ3WExwMFNZNGNPVkt1V3JYS3R1M1VxVk15S2lwS3BxV2xxZmExV0N4eXhJZ1JzaytmUG5MUW9FR1Z6dWl3cmhwcFQwNU9qdXpYcjU4OGNlS0V6TXZMazZkUG41WlNsay9xV2RkL01abE1zcUNnb0ZiL0QzZ1doZWR4OXRsSTI3ZHZseGN1WEpBRkJRVnk3dHk1OHE2NzdyTDlIRy9vR1h2WVJ6cmdxTE10amh3NUlsTlNVcW9NaG52dXVVZCs5ZFZYdHZ2dnZmZWVIRGR1bk8yK3hXS1J6ejc3ckp3K2ZYcWw1MjdldkZrT0dEQkFabVJrMkxadDJMQkJ2dlRTUzVYMkRROFBsd01HREpBbWswa09HREJBRGhnd1FJYUhoNnQrenFSSmsrUzZkZXVrbEZMdTNyMWJ4c1RFU0l2RlV1YzN1YnVjUlVFMTU4cXprUTRjT0NDN2RldG1PK1BJRzNyR0huZnJJMDg5bE9TUVliTDFpMExzT1hmdUhMS3pzOUdwVXlmYnRuLys4NS80L2ZmZkFaUXYzL3Z2Zi84Ylo4NmN3Yng1OHlvOVB6bzZHaU5IanNURER6OXMrM1kyUlZGdzRzUUpEQjQ4R0lNSEQ4Yjc3NzhQb1B4Q3Q2MWJ0OExQenc5YnQyN0YxcTFiVlZkRXYvamlpMGhQVDBkSlNRa1dMMTZNNzc3N0RzZVBIOGVYWDM1WnA5OGY0UERYUXpuOWJDUXBKYkt6czdGNjlXcmNmLy85TUJnTVh0TXo5cmhiSDNuYzZhb1YxMzV4NXRrVzFtT2ZGUysxYjlhc0dRb0xDNkVvQ3A1NzdqbWNQMzhlNzczM0h2ejkvZTIreGlPUFBJTEF3RURNbVRNSHg0OGZ4N2h4NHpCaXhBajA2ZE1ITzNic3FIRXR2WHIxd3ZYWFh3OS9mMytrcEtSZzdOaXhHRGx5SkZhdVhJbWhRNGRlOCs4bzNlZ3NDcW9aVi9USHp6Ly9qQ2VmZkJKQStYdHo2dFNwQUx5aloreHh4ejd5dUdDUUxsajdCWUR0RkxhS2E3d1lEQWJiejV3NmRTcXlzcklRSFIwTm9Qek1pZnIxNjZ2Mkx5b3F3cGRmZm9uMTY5ZXJMczJ2TGV0eUJoYUxCYSs4OG9ydFMwbGVlZVVWdTJkcTFKUTduVVZCTmVPSy91amV2VHNPSERpQWpJd016Smt6QnkrLy9ESmVlZVVWcitnWmU5eXhqend1R09DaWkzYXNiOG9MRnk3WWhxam56NTlIczJiTllEQVkwS0ZEQjNUbzBNSDJQYk1EQmd6QUo1OThnbmJ0MnRsZTQrNjc3MGI5K3ZWdGkzUXRYYm9VY1hGeEtDd3N4T0RCZ3dFQVc3WnNRVkZSRVFZT0hJalMwbExiNzFWeCtlMHJWNGkwM20vZXZEbldyRmx6emIranV3MS9xVVpjMGg4R2d3RWhJU0dZTUdFQ3BrK2Zqbm56NW5sRno5ampqbjNrVWNIZ3FzTklBTkNtVFJzMGJ0d1l2Lzc2SzlxMGFRT2dmS1hJVzIrOXRkSytXVmxaS0M0dVJ0dTJiVlhiaTR1TFZjYzlIMzMwVVR6NjZLUG8wNmNQdG16Wll0dHVQVjRhRVJHQnJWdTNBbEMvc2EyTlpMRlkwSzFiTjlXWG5sL3JweDkzSFA3UzFibXlQeW95R28wd0dBd2UzelAydUdzZmVkVGtzM1RoUlRzR2d3SFIwZEZZdW5RcGNuTnprWjZlanJpNE9Eend3QU9WOW8yTmpVWC8vdjFWUStLeXNqSmN2bnk1eW1PcEZXM1lzS0ZHMnh6SkhZZS9kSFd1NkkvMDlIUnMyN1lOSlNVbHlNN090cjMzQWMvdkdYdmN0WTg4YXNRQUJ3K1RLeTdaVy9FS3lvU0VCQURBNU1tVDhjb3JyMkRvMEtGbzNMZ3hKa3lZb05xdnRMUVVIM3p3QWZidTNZdVZLMWVxanBsKysrMjNhTk9tamQxMTZNMW1NK0xpNG5Ea3lCSDgrOS8vVmszV1dWbTNuVDE3RnBtWm1TZ3NMTFJkbEJNYkc0djgvSHdvaW9KWnMyWmg3OTY5eU12TEF3RFZkemxjalRzT2Y2bGFUaitNMUtCQkE2eFlzUUl2dmZRUy9QMzkwYTlmUDB5ZlB0MzJ1Q2YzakQzdTJrY2VFd3pPR0NaYkE2QXE5ZXJWdzl5NWN6RjM3dHhLangwNGNBQXZ2L3d5MnJadGkyWExsaUVnSUFDeHNiSDQ2S09QWURBWTBMUnBVN3o0NG91Vm5uZjY5R240K1BnZ0t5c0xFeWRPckxiR28wZVA0cXV2dmtMTGxpM1JzbVZMekowN0Y4MmJOMGZ6NXMzUm9rVUxBTURNbVRPeGE5Y3VkTzdjdVViZmIrdXV3MStxbXFzT0l3VUZCVlY1aFRMZ3VUMWpEL3RJQi9TMGhMQ1VVbDYrZkxuS2RkK3JXMTc0MHFWTGRyZXZXYlBtbW1vcEt5dVR4Y1hGTmQ3ZjNTN0dvZXJwclQvc2NlZWVzY2VkKzhoalJnelEwUkxDUVBrbm82cStuYzNlVUxpaSt2WHIyOTF1NzFoc1RSaU54bG9OaDkxMStFdFhwYXYrc01lZGU4WWVkKzRqandnR3JjNjI4RVNTdzErUHcvNXdQWGZ2STQ4NEswbTZ3UkxDN3NKZHo2S2dxckUvWE0vZCs4Z2pnZ0Z1TUV4MkYrNDgvS1Vxc1Q5Y3pOMzd5TzBQSlhHWTdEanVQdnlseXRnZnJ1Y0pmZVQySXdZT2t4M250OTkrYyt2aEwxWEcvbkE5VCtnanR3OEdjSmpzTU5abEFkeDErRXQyc1Q5Y3pCUDZ5SzBQSlhHWTdEaWVNUHdsTmZhSDYzbEtIN24xaUlIRFpNZnhoT0V2cWJFL1hNOVQrc2l0M3kxaFlXRy9DU0grb1hVZG5rUkt1U1FwS1dtYzFuVlEzYkUvdE9QdWZlVFdJd1lBK1ZvWDRHR0tMQmJMcDFvWFFRN0QvdEFHKzRqcTdxLzFWTnh5a29wSUMrd1o1M0wzRVFNUkVUa1lnNEdJaUZRWURFUkVwTUpnSUNJaUZRWURFUkdwTUJpSWlFaUZ3VUJFUkNvTUJpSWlVbUV3RUJHUkNvT0JpSWhVR0F4RVJLVENZQ0FpSWhVR0F4RVJxVEFZaUloSWhjRkFSRVFxREFZaUlsSmhNQkFSa1FxRGdZaUlWQmdNUkVTa3dtQWdJaUlWQmdNUkVha3dHSWlJU01Xb2RRSDBQeWFUU1dwZEF4RVJSd3c2SUtYY3IzVU5SRzdvRjYwTElDSXZaaktaSkVkMDVDMDRZaUFpSWhVR0F4RVJxVEFZaUloSWhjRkFSRVFxREFZaUlsSmhNQkFSa1FxRGdZaUlWQmdNUkVTa0lyUXVnRWlQd3NQRG4xVVU1UUhyZlNGRVZ3Q1FVaDZzc0cxblltTGlEQzNxSTNJbXJwVkVaSWVpS0tYV01LaW80amFMeGZLOWE2c2ljZzJPR0lqc3F4OFdGbFlzaEtpcVIyUkpTVW1UdzRjUFgzUnBWVVF1d0RrR0l2c3VBL2oxS285bk1SVElVekVZaUtvZ2hGaFIxV05TeWk5ZFdRdVJLekVZaUtwUVVGRHdFWUJLSzZwS0taR2ZuLzkvR3BSRTVCSU1CcUlxSER0MnJFQksrZnVWMncwR3c1bU1qSXp6V3RSRTVBb01CcUtya0ZLdXVuS2J4V0w1U290YWlGeUZ3VUIwRlRrNU9lOWZ1YzFzTnMvV29oWWlWMkV3RUYxRlptWm1ycFF5bzhLbTNGOSsrZVdNVnZVUXVRS0RnYWdhaXFLc3FYRDNHODBLSVhJUkJnTlJOVXBMU3hjQjVXY2ptYzNtRjdXdWg0aUlkQ0FzTE95a3lXVEswN29PSWxmZ1drbEVOU0NsWEEvZ2IxclhRZVFLWEN1Sk5CTWVIdTR2cFJ3Z3BZd1VRdlFFRUF5Z09RQmZqVXR6TjJZcFpSNkFUQ0hFVHdEaWk0cUt0cWFscFJWcVhSaTVKd1lEdVZ5blRwMnU4L1gxZlJiQVpBQk50SzdIRTBrcGk2U1VueWlLOG5wS1NrcU8xdldRZTJFd2tFdUZoNGZmcnlqS3gwS0k2NFFRNk5LbEMzcjI3QW1UeVlUZzRHQTBhOVlNUmlPUGNOYUcyV3pHaFFzWGtKV1ZoY1RFUlB6MDAwODRlUEFncEpRQVVBQmdXbUppNG1mYVZrbnVoTUZBcnVKak1wbmVBakFOQUNJakl6RnQyalMwYjk5ZTQ3SThVMlptSmhZdFdvVHQyN2RiTnkxTlRFeWNBTUNzWVZua0poZ001QXBHazhuMEtZQ0hHemR1akJkZmZCRjkrL2JWdWlhdnNHL2ZQc3llUFJ2NStma0FzRkVJTVRJaElhRk02N3BJMzN5MExvQThYMWhZMkFJaHhKTXRXN1pFYkd3c1RDYVQxaVY1amJadDI2Si8vLzZJajQ5SFlXSGh6UURhWm1WbGJkSzZMdEkzamhqSXFicDA2Zktnd1dENFQ3Tm16ZkRaWjUvaGIzL2pHWjlhT0hQbURNYU9IWXV6Wjg4Q3dKVEV4TVQzdEs2SjlJdkJRRTRURmhiV1JnaHh4TWZIcDhuaXhZdlJ2WHQzclV2eWFyLzg4Z3NlZSt3eGxKV1ZGWm5ONXREVTFOUjByV3NpZmVLU0dPUTBRb2gzQURRWk5Xb1VRMEVIYnIzMVZqenh4Qk1RUWpRMEdvMmZhRjBQNlJkSERPUVVvYUdoM1kxRzQ3NmdvQ0RFeGNYQno4OVA2NUlJUUZsWkdVYU5Hb1dNakF4WUxKYTdrNU9UdjlXNkp0SWZqaGpJS1h4OGZGNEdnTWNmZjV5aG9DTyt2cjZZT25VcWdQLzlqWWl1eEdBZ2grdmN1WE5ISWNUZHdjSEJHREpraU5ibDBCWHV2UE5PaElTRUFFQ1A4UEJ3SHVPalNoZ001SEErUGo3akFHRFlzR0VRZ2tjcjlVWUlnWmlZR0FDQW9paFBhVndPNlJDRGdSeXFZOGVPZmxMS01VYWpFU05Hak5DNkhLcENuejU5NE92ckN5SEV3QTRkT3RUWHVoN1NGd1lET1pTZm45K2RRb2lBc0xBd05HdldUT3R5cUFxTkdqVkNaR1FrQURRTkNBZ1lxblU5cEM4TUJuSW9LV1YvQU9qWnM2ZldwVkExb3FLaUFBQlN5a0VhbDBJNncyQWdoeEpDUkFQbEU1eWtiNTA3ZDdiZTdLVmxIYVEvREFaeW1JNGRPd1lJSVc0SkNBamdxcWx1SUNnb0NJR0JnUkJDZEFnTkRXMmxkVDJrSHd3R2NoaGZYOTlRQUxqaGhodTBMb1ZxS0RRMEZBQmdOQnJ2MExnVTBoRUdBem1NRU9KbUFMaisrdXUxTG9WcTZKWmJickhlRE5leUR0SVhCZ001akRVWTNPa3cwdmZmZjQvMzMzKy8wdllSSTBaQVVaUWF2VVpFUklTankzS1o0T0JnQUlDVTh1OGFsMEk2d3U5UUpJZVJVdDRvaEVDN2R1MjBMcVZHcEpTSWpZM0ZqQmt6S2oxMjRzUUo2MWRqMmd3Y09ORHU2NVNXbHRwOTdPV1hYMGEzYnQwY1U2eVRCQVlHV20rNnh4K05YSUxCUUk0VUJBQXRXclRRdW80YStmcnJyeEVTRW9JdVhib2dJeU1Eano3NnFPcngvdjM3cSs3djJMSEQ3dXRFUkVSZzY5YXRUcXZUbVpvMmJXcTkyVnpMT2toZkdBemtNRUtJMWdCdzNYWFhhVjFLdGM2ZlA0OWx5NWJoazA4K3dlZWZmNDVmZi8xVjlROS9lSGc0dG0vZkRoOGZ6LzZTd3laTm1nQUFoQkFNQnJKaE1KQWpOUVFBZjM5L3JldW8xcFl0VzVDVGs0UEhIbnNNRnk1Y3dKbzFhMnIwdklpSUNMUnFwVDZ6czZ5c0RFT0gvdS9pNGRPblQrUGd3WU1PcmRkWjZ0ZTNyWWJSUU1zNlNGOFlET1JJRFFDNHhUTGI5OTU3TDRZT0hZcm5ubnNPTVRFeENBd01SSjgrZlZUN1ZEeVU5UDc3Nzl2TzRObTBTZjJWeVJFUkVhcHQ3alFaN2V2cmE3MnAvejhhdVF5RGdSek9IVlpVYmRDZ0FkYXZYdzlmWDEvY2UrKzlBS3FlUS9BUyt2K2prY3N3R01oaHBKU1hoUkNOU2twS2RIODRLVDA5SFcrOTlSYkN3c0l3WnN3WStQdjc0Nk9QUHFyeXpLT0trOHVEQncrMjNTNG9LRUJwYVNuNjl1MkxCZzNLajhhVWxwWTZ0M2dIS2lzcnM5NHMwYklPMGhjR0F6bFNFWUJHbHk1ZDBuMHdOR3JVQ0E4OTlCQkNRa0lRRWhKaXUvWWlKeWNIQ1FrSnFuMXZ1KzAyMiswMzMzelR0a0RnN3QyNzhja25uK0RJa1NPNDRZWWJNSGZ1WEFRR0JtTFBuajJ1KzBYcXFLU2tQQStrbEpjMUxvVjBoQmU0a2NNSUljNEFRSDUrdnRhbFZLdFZxMWFZUEhreTdybm5Ib1NFaE9DMzMzNnIwZk42OXV5SjR1Sml2UGJhYTFpMWFoVVdMMTRNbzlHSVdiTm00ZW1ubjBaOGZMeGJyU3hiVUZCZ3ZYbE95enBJWHhnTTVFaFpBSkNibTZ0MUhkVktUMC9Ia2lWTDhPU1RUNkpQbno1NDU1MTNxbjFPYVdrcHZ2amlDNHdlUFJydDJyWEQrKysvYjdzT0lDUWtCSXNXTGNLcVZhc3dkZXBVcEtTa09QdFhjSWdMRnk0QUFJUVFEQWF5NGFFa2NoZ3A1VzlDaUx0UG5qeUpIajE2YUYzT1ZaMDRjUUo1ZVhsNDRJRUg4UHJycjl2TzV3Y3FYK0dzS0FyTVpqUEdqQm1EVHAwNklUWTJGaTFidHF6MG1pMWF0TUJISDMyRUxWdTJZTTZjT1hqampUZnc5Ny9yZTZXSk0yZk9XRytlMUxJTzBoY0dBem1NbFBLb0VBSVpHUmxhbDFLdHFLZ28yeGZWVlBUQkJ4K2dlL2Z1cW0wSERoeUEwV2pFNTU5L1h2SDBUcHNISDN6UWRsc0lnZWpvYUVSSFJ6dSthQ2ZJek13RUFFZ3AvOUM0Rk5JUkhrb2loeEZDcEFGd2kyQ295cFdoQVB4djh0bGVLQURBbENsVG5GcVRNeDA5ZWhRQW9DaEtrc2Fsa0k0d0dNaGhEQVpETWdBY08zWk02MUtvaHBLVGt3RUFCb05odDhhbGtJNHdHTWhoRWhJU2NxV1V2K2ZtNXVMVXFWTmFsMFBWeU1uSlFWWldGZ0NjVEVwS3l0UzZIdElQQmdNNTJsY0FzR3ZYTHEzcm9HcFlSd3RTU280V1NJWEJRQTRsaE5nT3dLMHU4dkpXOGZIeEFBQWh4SDgxTG9WMGhzRkFEcFdYbDdjVFFNSEJnd2RSV0Zpb2RUbFVoZUxpWXV6WXNRTlN5aUloUkp6VzlaQytNQmpJb1RJeU1pNERXRmxXVmxacEZWTFNqL2o0ZU90eUdOc1NFaEtLdGE2SDlJWEJRQTVuc1ZoaUFTQXVMcTdTMTJPUzlxU1VXTGx5cGZYdVlpMXJJWDFpTUpEREpTY25KMGtwNDArY09JRnZ2dmxHNjNMb0N2djI3Yk5ldjVDWWxKUVVyM1U5cEQ4TUJuS1cvd09BanovK3VPTFN6cVF4czltTXhZdkxCd21Lb3N6VnVCelNLYy8rUWx2U1RIWjI5b21nb0tEYkxseTRjS09VVXJWME5XbG43ZHExK09xcnJ5Q2wzSFBvMEtGWld0ZEQrc1FSQXptTjJXeWVBcUJvK2ZMbFNFMU4xYm9jcjNmczJERXNXclFJQUM0cGlqSkI2M3BJdnhnTTVEUXBLU25IRlVWNXltdzJZOGFNR1JWWDhpUVh5OHZMdy9UcDAxRmFXZ3BGVWVZbEp5Y2Yxcm9tMGk4ZVNpS255czdPVGd3S0Nnb3VMaTRPMzdsekozcjM3bzNHalJ0clhaWlh5YzNOeGNTSkUzSGl4QWtBV0orVWxEUk42NXBJM3poaUlLY1RRa3dDc1BIMDZkT0lpWW5CZ1FNSHRDN0phNlNtcGlJbUpnWi8vUEVIQUh4ZlVGQVFvM1ZOcEg5QzZ3TElheGhOSnROU0FERUFNR1RJRUl3ZlB4NUJRVUVhbCtXWmNuTnpzV1RKRXF4ZnY5NTZMY2tHSWNRRENRa0pQRVdNcXNWZ0lKY3ltVXdUQUN3QTBFUUlnVjY5ZXFGdjM3NjQ2YWFiMExKbFN6UnExQWhHSTc4L3FqWXNGZ3N1WHJ5STNOeGNwS1dsSVQ0K0hqdDI3SUNpS0FCUUpLVjhLU2twNlMydDZ5VDN3V0FnbHdzTkRXM2w0K1B6S29CUlFvaUdXdGZqb1M0QmlET2J6YytscEtSd0RYU3FGUVlEYWVhbW0yNXE3Ty92LzVBUW9qZUFVQUF0QVRRRnYzSzJ0aXhTeWdzQXpnRklrVkx1c2xnc0sxSlRVL08xTG95SWlJaUlpSWlJaUlpSWlJaUlpSWlJaUlpSWlJaUlpSWlJaUlpSWlJaUlpSWlJaUlpSWlJaUlpSWlJaUlpSWlJaUlpSWlJaUlpSWlJaUlpSWlJaUlpSWlJaUlpSWlJaUlpSWlJaUlpSWlJaUlpSWlJaUlpSWlJaUlpSWlJaUlIT0wvQWFSVzRXZDlmSUVLQUFBQUFFbEZUa1N1UW1DQyIsCgkiVGhlbWUiIDogIiIsCgkiVHlwZSIgOiAiZmxvdyIsCgkiVmVyc2lvbiIgOiAiMjEiCn0K"/>
    </extobj>
    <extobj name="ECB019B1-382A-4266-B25C-5B523AA43C14-2">
      <extobjdata type="ECB019B1-382A-4266-B25C-5B523AA43C14" data="ewoJIkZpbGVJZCIgOiAiMTUxMzgwNDkzNTQwIiwKCSJHcm91cElkIiA6ICI0NzEyNzM1MzgiLAoJIkltYWdlIiA6ICJpVkJPUncwS0dnb0FBQUFOU1VoRVVnQUFBUG9BQUFIY0NBWUFBQUQvYnJlaUFBQUFDWEJJV1hNQUFBc1RBQUFMRXdFQW1wd1lBQUFnQUVsRVFWUjRuTzNkZVhoVGRkNy8vK2RKRjFZckZyUWJpNkREeldCQkdsendxeXdLT0xKWld4QVVFWVZ4QmhRWVFNVmQ4YjVoUnF1RGdIcmhEeDF4dkZYS1dnV1VnZ3VDZ0NCQ1U0cjF0bEwyclMwQ3RxV2xwRTArdno5S01pbGRTTk9rbjdSNVA2NnJGOG5KeWNrNzRieHkzdm5rNUJ3UVFnZ2hoQkJDQ0NHRUVFSUlJWVFRUWdnaGhCQkNDQ0dFRUVJSUlZUVFRZ2doaEJCQ0NDR0VFRUlJSVlRUVFnZ2hoQkJDQ0NHRUVFSUlJWVFRUWdnaGhCQkNDQ0dFRUVJSUlZUVFRZ2doaEJCQ0NDR0VFRUlJSVlRUVFnZ2hoQkJDQ0NHRUVFSUlJWVFRUWdnaGhCQkNDQ0Y4eHRCZFFDTVdBdlFIaGdDOWdmWkFLK1ExOXhZRjVBTkhnUzNBV21BOVlOVlpsQWdjQmpBU09FVDV5aWgvOWZkM0FuZ0llVE90UkY0UTc3b2NlQSs0RitDUGYvd2pRNFlNNGRaYmI2Vmp4NDZFaFlWaE1wbjBWdGhJS0tVb0tDamcwS0ZEYk51MmpTKysrSUtNakF6SHpldUFNY0FwZlJYNkZ3bTY5NFJUdm9MZEdCRVJ3Y3laTXhrOGVMRHVtZ0xLdDk5K3kwc3Z2Y1NSSTBjQWZnYnVBSEwxVnVVZkpPamUwUlQ0RXVnZEZ4ZkgrKysvVDNoNHVPNmFBbEpCUVFHUFB2b29XN2R1QmJBQXR3SEZlcXZTTDBoM0FZM0VIR0JrdDI3ZFdMSmtDV0ZoWWJyckNWaE5talJoNk5DaDdOeTVrNk5IajBZQkhZRVUzWFhwSmx2MHV1c0RiQW9QRHljMU5aV0lpQWpkOVFqZzlPblREQm8waU56Y1hJQjRZTFhta3JTU2thRzZDUUxtQTh5Y09WTkM3a2ZDdzhOSlNrcHlYSDBkQ05aWWpuWVM5TG9aQnZRd204M0V4OGZycmtWY3BGKy9mdlRyMXcrZ016QmVielY2U2REcjVpbUFhZE9tNmE1RFZHUHExS21PaTVOMTFxR2JCTjF6MXdHM2RPclVpZDY5ZSt1dVJWU2pSNDhlWEhmZGRRRGRnSnMxbDZPTkJOMXppUUQ5Ky9mSE1HUk0wMThaaGtGaVlxTGo2c01hUzlGS2d1NjU0WURzRk5NQTNIYmJiWTZML1hYV29aTUUzVE9Sd1BWdDJyU2hSNDhldW1zUmw5QzVjMmVpbzZNQi9rRDVqNHNDamdUZE16MEFZbU5qcFcxdkFBekRvRmV2WG82cmZYVFdvb3NFM1RQZEFUcDI3S2k3RHA4cExpNW15cFFwV0syVmYvVTVlL1pzdnZqaUN3MVZlYTVMbHk2T2l3RTVJQmZRT3hIVVFWZW9zUEw0TFplQktMZTgvUExMZE8vZW5aeWNISXFLaWdnTkRhMXcrNzU5KzhqSXlPQ1JSeDRCb0xTMGxKQ1FFSy9WNnl1ZE9uVnlYdFJaaHk0U2RNOTBCcmoyMm10MTEzRkovLzczdjUyWEgzNzRZZWJNbVVQcjFxMmQwODZjT2NQMDZkT2Q4N1ZvMFFLQVk4ZU8wYTVkdTByTFc3NThPWC82MDUrSWpJemt5SkVqekpvMWl6ZmZmSk9tVFp2NjlIblVWZHUyYlIwWEt6K3BBQ0JCOTB3MFFLdFdyWFRYY1VrWC84Q21SWXNXRmFhVmxwWldtcysxQzNCY25qTm5EdWZQbitlWFgzNWg4dVR5ZlUvYXRXdkhsVmRleVpvMWE3ajMzbnQ5OWh5OG9XWExsbzZMYlhUV29ZdDhSdmRNYTZnY29zWmkrZkxsOU9yVmk4Y2VlNHpseTVmVHFsVXJRa05EZWUrOTl4Z3paZ3d0VzdiRWJyZFRYRnpNZ0FFRFdMVnFGV2ZQbnRWZGRvMGNuUXJsQndjSk9MSkY5MHhUZ01zdXUweDNIVDRSRkJURXNXUEhTRXhNeEdReVVWaFl5UHIxNnpsdzRBQ0xGeTltMGFKRldLMVdXclJvUWN1V0xRa09EaVkxTmRXdnQrb3VRUSt0YWI3R1NvTHVHUVB3KzYvV1ZxMWF4WWNmZmxoaDJzU0pFNnVjMTdWZFg3cDBLVGs1T2JSdjM1N2MzRnpDdzhNWk9IQWdYYnQySlNJaWdpdXV1S0xDWWJHMmJ0M0swcVZML1Ryb0x2OVgvdjJmNWlNU2RNK1VBQzBLQ3d0cDBxU0o3bHFxTldqUUlHNi8vWFlBckZZcmYvM3JYM25ycmJjcWRDSVhEOFlCSEQ1OG1Pam9hRUpEUXpsdzRBQlhYMzAxN2RxMXEzSndEcUJYcjE3MDdOblRwOCtscm9xS2lod1hBL0lvc1JKMHo1d0dXaFFVRk5DbWpmK083WVNHaGpxL0h2dnR0OTh3bVV4RVJrWVNGUFNmQXd0Vk5SaTNZOGNPUWtORHNWcXQ3TjY5bTI3ZHVsRlNVc0xvMGFPckhGMHZLU2toSmNXL0QrTGlFdlFDblhYb0lrSDN6SEdnWFg1K3Z1NDYzSmFkblUxVVZGU0ZrRmZuOXR0djU5ZGZmK1daWjU3aDlPblR6Smt6eDNuYjRzV0xLOHhiV2xyS3FGR2p2RjZ2dDdrTUZwN1VXWWN1TXVydW1iMVFIcDZHd0c2Mzg5bG5uN251Qmxxam9LQWdIbnZzTVpvMWEwWkpTUW5IamgzemNZVys1L0ljanVxc1F4Y0p1bWQrQnZqbGwxOTAxM0ZKNTg2ZDQvWFhYK2ZzMmJNa0pDUzRmYisxYTlkeTh1Ukp4bzBieHovKzhROSsvdmxuSDFicGUvdjM3M2RlMUZtSEx0SzZleVlENE1DQkE3cnJxRkZ1Ymk0dnZ2Z2lWMTU1SmJObno2WjU4K1p1M2Uvamp6OG1OVFdWV2JObTBhbFRKenAwNk9BY2lCc3pab3d2Uy9ZWmx6ZmxIM1hXb1lzRTNUUHBBSm1abVNpbC9QWnJ0b2lJQ01hTkcwZXZYcjJxcmJGbHk1Yk9QZDBjenB3NXc0c3Z2dWpjUDd4TGx5NlVsSlFBNVc4Q3JockNaM1NsRkR0MjdIQmMvVTVuTGJyNDV4cmFNR1FDWGRlc1dVTzNidDEwMStKelNpbU9IRGxDKy9idEswMC9mdnc0TVRFeG1pcTd0SDM3OXRHL2YzK0FBd1RvajFya003cm5VcUQ4czJ3Z01BeWpVc2dkMC8wNTVBQmJ0bXh4WE55Z3N3NmRKT2llV3dtd1ljTUdsRks2YXhIVlVFcXhhdFVxeDlVUGE1cTNNWk9nZXk0ZHNHUmxaZkhERHovb3JrVlVJek16azdTME5JQXNZTFBtY3JTUm9OZE5Fc0M4ZWZOMDF5R3E4ZmJiYnpzdUx0QlpoMjRTOUxwWkNmeXlmZnQydnZycUs5MjFpSXRzMzc2ZGRldldBUndDM3RGY2psWXk2bDUzZndMV1JVUkVrSnFhS3FkTDloTUZCUVVNSFRxVXc0Y1BBNHdHa2pXWHBKVnMwZXR1UGJBb056ZVhpUk1uY3Y3OGVkMzFCRHlyMWNyamp6L3VDUGxuQkhqSVFjNlA3aTFmQTRPT0hUc1dsWjZlem9BQkEvejY1NnVOV1ZGUkVkT25UK2ZMTDcrRThnRzR3UVRvVDFOZHlSYmRPNG9wWDZGKzNySmxDME9IRHVYNzc3L1hYVlBBMmJWckZ3a0pDWTdQNVFlQU80RkN2Vlg1Qi9tTTdsMnRnU1hBQUlBYmI3eVJrU05IY3YzMTF4TVZGVVhMbGkzOWRuZlpoa1lwUlZGUkVUazVPV1JrWkxCaXhRclhOOWZ2S1Q5bFZvNitDa1ZqWndDVGdCT0Frcjk2L2ZzTmVCTHBWQ3VSell2dmhBSWpnWGpnZWlBQ3VBeDV6YjFGQVdjcFA1REVidUFMNEJQS0QvTWxoS2lKMld4V1pyTlo5dWx0WktURkVTSUFTTkNGQ0FBU2RDRUNnQVJkaUFBZ0k4QUJMaTR1cmo4d3lISGRNSXduQUpSU2MxeG0yMmF4V0ZiV2QyM0NlK1NZY2FMTUVXNVhydE5zTmx2dFRySXUvSTYwN2dIT1lyRnNWVXFkcm1HV2dyS3lzaS9xclNEaEV4SjBVUVlzcmVIMnJ6TXpNd1ArUnlFTm5RUmR3SVVEWFZaRktiVzhQZ3NSdmlGQkZ4UVdGbTZtaXBNUEtxV0t6cHc1ODVtR2tvU1hTZEFGMmRuWjU1VlNLeTZlYmhqR2hvTUhEOHErNDQyQUJGMEFvSlNxOVBXWjNXNlhyOVFhQ1FtNkFDQXZMMjhqVU9ReTZWeHBhYWtFdlpHUW9Bc0FqaDgvWGt6NThkVWNObVZtWnA2dGJuN1JzRWpRaFpQZGJuZjluQzZEY0kySUJGMDRuVHQzN2h1Z1JDbGxMUzB0WGFhN0h1RTlFblRobEpXVlZhaVUrdHd3akMxNzl1dzVvN3NlNFQyeXI3dW9RQ20xRElqVVhZZndMdm4xV2oweG04MFRsRklMRE1PUUxrb2pwZFFPaThWeXMrNDY2cHVzZFBYblNRbTVmb1pobUhYWG9JTzA3dlVnTGk3dWV1RGFWcTFhOGY3Nzc4dXgzVFZZdG13WlM1WXNRU2tWa09kSWx5MU0vWWdINk5tenA0UmNBNlVVbXpadEFzQnV0MytpdVJ3dEpPajF3RENNQndINjlPbWp1NVNBZE9qUUlVNmNPQUZ3WXZmdTNSczFsNk9GQk4zSFhOdjIyTmhZM2VVRXBCMDdkZ0NnbEZwTCtZa2ZBbzRFM2Zla2JkZEkydlp5RW5RZms3WmRMMm5ieTBuUWZVamFkdjJrYlM4blFmY3RhZHMxa3JiOVB5VG9QaVJ0dTE3U3R2K0hCTjFIcEczWFQ5cjIvNUNnKzQ2MDdSb3BwZGk0Y1NNZ2JUdEkwSDFHMm5hOURoMDZSRTVPRGtqYkRralFmVUxhZHYya2JhOUlndTRiMnRyMjQ4ZVBjK0RBZ1Nwdk8zTGtDRHQzN3J6a012YnYzOC9wMHpXZHBjbS9TZHRlbVFUZEIzUzI3YW1wcVdSbloxZWFmdno0Y1pLU2traE9UaVk5UGIzR1pXemV2Sm5ubjMrZWdvSks1M1JvRUtSdHIweCtwdXBsT3R2MjU1NTdqbjM3OXRHeVpVdFdyQ2cvenVQQ2hRczVlUEFncjczMkd0T21UU000T0poWnMyYng4c3N2MDZGRGh5cVg4OUJERDFGY1hNeUNCUXQ0NXBsbjZ2TXBlSVcwN1pYSkZ0Mzc3Z1k5YmZzenp6eERWRlFVNzcvL1Bnc1hMbVRod29WOC9mWFh6Sm8xaTcvOTdXOTA3dHlaVHAwNmtaQ1F3QXN2dk1BUFAveFE3YkxHang5UFptWW11M2J0cXNkblVIZlN0bGROdHVoZVpoakdXTkRUdG1kbFpkRzFhMWYyNzk5UGh3NGQrUHZmLzg1dnYvMUcrL2J0ZWZQTk55dk1lODg5OXpCLy9ueEdqeDdOMEtGREt5MnJ1TGlZNHVKaVB2cm9JOHhtYzdWdld0bloyU1FuSjVPVmxZWFZhdVdhYTY1aDRzU0oxWFlMdmladGU5VWs2RjZrZTdROU16T1QyTmhZWnMrZXphSkZpeGc3ZGl5UmtaRTBiZHEweXZtYk5XdkdIWGZjVWVWdDI3WnRvM1BuemhRV0ZySjkrM1p1dWVXV0t1ZmJzMmNQWGJ0MlpmVG8wZGhzTnQ1OTkxM216WnZIM0xsenZmYThha1BhOXFwSjBMMUxXOXNPc0h2M2JoSVRFNTNYcjc3NmFpWk1tT0FNZWtsSkNRc1hMdVN4eHg1andZSUZMRjY4bU1HREIxZGFqbEtLTDcvOGtydnV1b3Vnb0NCV3JGaEJyMTY5cW54T0NRa0pGYTdIeDhjemQrNWNpb3VMYWQ2OHVaZWZZYzFjMjNhYnpiYTRYaC9jejBuUXZVdnJUaktIRHg5bTJyUnA1T2ZuTTM3OGVNYU9IUXZBL1BuekFaZ3dZUUlBTnB1dHh1WHMyTEdEMzM3N2piNTkreEljSE16eTVjdlpzbVVMdlh2M3JqUnZmbjQrNjlhdEl5c3JpOXpjWEU2ZVBBbUExV3F0OTZDN3RPMDVHUmtaMzlicmcvczVDYnFYbU0zbTdzQWZkTzRrczNKbCtUa1J4NDhmejZKRml3QklUazVteG93WmJpK2p0TFNVRHovOGtQajRlSm8xYXdiQS9mZmZ6NGNmZmtqUG5qMHJoTmRxdGZMMDAwOFRIUjNONE1HRGlZcUs0dWpSb3lRbEpYbnhXYm5QcFczL0FtbmJLNUJSZHk5UlN2blZ2dTA1T1RrY1AzNGNnTmRmZjUzWFgzL2RyZnM1amxKN3p6MzNPS2YxNjllUE5tM2FzSERod2dyejd0MjdsN3k4UFA3eWw3OXd3dzAzRUJNVFExNWVudmVlUkMxSTIxNHpDYnIzYU4rMy9aVlhYbUhxMUtrVUZCUXdkKzVjOXU3ZEM4Q01HVFBjMnFxdldyV0tiNy85bHNjZmY1eVFrQkRuZE1Nd21ESmxDai8rK0NOTGx5NTFUbS9WcWhWUXZwUE9rU05IMkxScEUydlhydlh5czNLUHRPMDFrNkI3Z2RsczdtNFlodGEySFdEU3BFbk1ueitmc0xBd2twS1M2TnUzTDFCNWkzN3hsbGtweFNlZmZNSkhIMzNFdEduVHVPYWFheW90T3lZbWhpbFRwckJzMlRJV0xseElTVWtKTVRFeGpCczNqczJiTi9Qa2swK3liZHMyN3J2dlB0OCt5V3BJMjE0eitZenVCVXFwZU1Nd3RMZnRZV0ZoVlU2MzJXeVVsSlJnTXBsUVNuSDQ4R0ZzTmh1aG9hRUFmUHp4eDZ4ZHU1YW5ubnFLbTI2NnFkcmwzM0xMTFV5ZE9wVzMzMzZiRmkxYU1HYk1HSVlORzhhd1ljTXF6T2Q0ZzZrdjByWmZtZ1RkTzdTMzdkVUpDUW5oN2JmZkpqczdtLzc5KzJNWUJ1Kzk5eDVGUlVYRXg4Y0Q1VitSOWV2WGozYnQybDF5ZVgzNjlLRmp4NDVFUjBmN3VuUzNTZHQrYWZwSGpScTRDNlB0dStWMFMvcTRuRzdwZll2RjhvanVldnlSZkVhdkkzOGJiUTgwMHJhN1I0SmVkMzdidGdjQ2FkdmRJNS9SNjhBZmRwSUpkTEp2dTN0a2kxNEgwcmJyZFZIYkxqOUpyWUVFdlc2a2JkZEkybmIzU2V2dUlXbmI5Wk8yM1gyeVJmZVF0TzE2dWJidGhtRkkyMzRKRW5UUFNkdXVrV3ZibnBhV0ptMzdKVWpyN2dGcDIvV1R0cjEyWkl2dUFXbmI5WksydmZaa0xmVkFYRnpjcjRaaC9FRjNIWUtjdExTMGFHU0xma25TdW52bWpPNENBcDFTU2dFZklDRVhvdmJNWnJNeW04MFNua1pHUHFNTEVRQWs2RUlFQUFtNkVBRkFnaTVFQUpDdjF3SmNYRnhjZjJDUTQ3cGhHRThBS0tYbXVNeTJ6V0t4ckt6djJvVDN5TmRyb3N3UmJsZXUwMncyVytMRnQ0dUdSVnIzQUdleFdMWXFwVTdYTUV0QldWblpGL1ZXa1BBSkNib29BNWJXY1B2WG1abVoxdm9xUnZpR0JGMEFwRlIzZzFKcWVYMFdJbnhEZ2k0b0xDemNEQlJjUEYwcFZYVG16Sm5QTkpRa3ZFeUNMc2pPemo2dmxGcHg4WFRETURZY1BIaXdSRWROd3JzazZBSUFwVlNscjgvc2RydDhwZFpJU05BRkFIbDVlUnVCSXBkSjUwcExTeVhvallRRVhRQncvUGp4WXNEMTgvaW16TXpNczdycUVkNGxRUmRPZHJ2ZDlYTzZETUkxSWhKMDRYVHUzTGx2Z0JLbGxMVzB0SFNaN25xRTkwalFoVk5XVmxhaFV1cHp3ekMyN05telI0NmkwNGpJdnU2aUFxWFVNaUJTZHgzQ3U0SjBGeUQ4dzlWWFg5MjBVNmRPOXdHekRNTklqSXlNekRHWlRGbUZoWVdsdW1zVGRTYy9VdzF3M2JwMXV5STRPSGk4WVJoUFVubExmZ3A0bzZ5czdGOFpHUmw1R3NvVFhpSkJEMUJ4Y1hFZERNT1lERHdHTkFkbzM3NDlnd2NQSmlRa2hMVnIxN0p2M3o3SDdDVktxZmVVVW0rbHA2ZnYxVld6OEp3RVBjQjA3OTdkSEJ3Yy9MaFM2bjdETUV3QXNiR3gzSFBQUGNURnhUbFBTS0dVSWpNems1U1VGTkxUMHgzVDdFQ0tZUmh6MHRMU3RtdDdFcUxXSk9pQndXUTJtd2NDVHdGM0FBUUhCM1BUVFRjeGZQaHdPbmJzV09PZGp4dzVRa3BLQ3Q5Ly96MmxwZVVmMlpWUzN4dUc4V3BhV3RvWGdOM0g5WXM2a3FBM1lsZGZmWFhUOFBEd0VVcXBadzNENkFyUXJGa3ordlhyUjBKQ0FtM2F0S25WOG43Ly9YYysrK3d6Tm16WXdObXp6cDNtOWltbFhzbk56VTIrc0hlZDhFTVM5RWFvcWdHMjhQQncvdlNuUHpGa3lCQ2FOMjllcCtXWGxKU3dmdjE2VWxOVHljdHpqdEhKd0owZms2QTNJdFVOc0EwZE9wVGJiNytkb0NEdmZwdHFzOW5ZdW5VcmE5YXNrWUU3UHlkQmJ3VGNIV0R6RlJtNDgzOFM5SWFyVGdOc3ZpSURkLzVKZ3Q3QWVIdUF6VmRrNE02L1NOQWJDRjhQc1BtS0ROejVCd202bjZ2dkFUWmZrWUU3dlNUb2ZrcjNBSnV2eU1DZEhnMXpiV204L0hLQXpWZGs0SzcrU05EOVFFTVpZUE1WR2JqelBRbTZSZzExZ00xWFpPRE9keVRvR2pTV0FUWmZrWUU3NzVPZzE2UEdPc0RtS3pKdzV6MnladmxlUUEydytZb00zTldOQk4xSEd0c0FXMWxaR1NhVENaTko3NEdEWmVET013RWQ5TGk0dVA1QW1jVmkyVXI1ZWNMcnJERU5zT1hrNUpDZW5vN0ZZbUhQbmowc1dMQ0FWcTFhVlpobjY5YXRMRnUyakp5Y0hLNjg4a3BHamh4Sm56NTlhajFQYmNuQVhlMEU5S2hQVkZUVUpNTXczbzJNakp3Y0ZSVjFkVlJVMVBtV0xWc2VPMzM2dEsyMnk0cUxpK3NRSFIzOVFsQlFVTEpoR0VPQWx1M2J0K2VCQng1Z3lwUXB4TWJHRWhJUzRvTm40VHRqeDQ3bDJMRmpORzNhbEdQSGpoRWZIMC9UcGsyZHQrL2F0WXQvL3ZPZkRCOCtuREZqeGdEd3dRY2ZjTjExMTNIVlZWZTVQWThuZ29PRDZkS2xDNE1HRFNJbUpvYVRKMDl5NXN5WjVrQi9rOGswSlRJeU1pSXlNakk3SnlmbnRPZXZRT01oeDNVSERNTUlCeDRGSGcwTEN5dUlpNHRib1pSYW1aZVh0L0ZTcmFEckFCc1hUb2poVHdOc2RydWRreWRQRWhFUlVldjd2dlBPTzBSRVJHQ3hXTWpJeUtoMCs1SWxTK2pmdno5RGhnd0J5cjg1eU16TVpNMmFOY1RHeHJvOVQxMEVCUVhScDA4ZmV2ZnU3VHB3MTlRd2pDbkFwTGk0T0JtNFE0SmVsVERETU1ZYmhqRStNakt5S0RJeThqTzczYjdpM0xsejMyUmxaUlZlbUtmU0FGdElTSWhQQjlpeXM3TkpUazRtS3lzTHE5WEtOZGRjdzhTSkUrblFvVU8xOTdGWUxQejczLyttYjkrK0pDWW0xdm94YTNwektDd3NaTisrZmR4Ly8vMFZwdmZzMlpOUFAvM1U3WG04eFRBTVltTmppWTJOZFIyNE01V1dsbzRBUnNURnhRWDB3RjJERG5xUEhqM3VOUXpqNWpvc291OGxibThCUEdBeW1SNW8wYUpGU1Z4YzNPZEtxV1VtazJrSzBCdnFiNEJ0ejU0OWRPM2FsZEdqUjJPejJYajMzWGVaTjI4ZWMrZk9yVFR2a1NOSCtPQ0REOGpKeWVHKysrNmpkKy9lRlc0Zk5XcFV0WSt6ZE9sU3QrbzVjZUlFQUZGUlVSV21SMFpHY3Zic1dVcEtTdHlheC9XamdMZTBhOWVPcVZPbjh0QkREN2tPM1AwL1lIVmNYTnlQaG1HWUtROTdHVkNtbENvRHlnekRjRjQzRE1QNXIrdTBDNWR0Ris1YmV2RTAxL2tkeXpjTW84eHV0NmVucDZkLzZQVW42NllHSFhTVHliU1krbnNPUVVBTWNLM2Rici9NTWZvY0ZCVEVGVmRjUVhDd2I4dElTRWlvY0QwK1BwNjVjK2RTWEZ6c0hPREx6ODhuT1RtWlhidDJNWHo0Y0FZT0hGamx6amR2dlBGR25lczVkKzRjQUUyYU5La3czWEhkYXJXNk5ZOHZndTdnK0wrNTZEVm9Udm4vWlJBUUFsVDZlT1c0N2pxOXVzdlZUYnY0dXNsa3NnRVNkQTg1Nm4vWmt6c3JwZTQwRE9QLzFUQkxDZkNqVXVvbnBkU3k5UFQwalJlbUovWG8wZU0rd3pDbW56MTc5b2JGaXhlemZQbHlCZ3dZd0pBaFE0aU9qdmFrbkJybDUrZXpidDA2c3JLeXlNM041ZVRKazBCNVdCeEJuejU5T3MyYU5TTXBLWW53OFBCcWx4VVRFMVBuZWh3RGk0N3Z0QjNPbno4UFFOT21UZDJheHhmeTh2SklUVTBsTlRVVnE5WHFtTHhIS1RYUFlyRjhDTmg3OXV3Wm5KdWJHOXlpUll2ZzBORFE0T0RnNEdDVHlSUjgvdno1WUpQSjVQd3JMUzBOTnBsTXdZWmhPUDlzTmx1d1lSakJKcE1weUhIWk1JeGdJTmd3akdDNzNlNjhmR0g2VzJnZStHN29RUWNnTFMzdHZ6MjVYMXhjM0dYQXhVRXZCcmJiN2ZhVlo4K2UvVGc3Tzd1Z2lydmEwOVBURndPTGUvVG8wYzlrTWoxanRWb0hwcWFtbWxKVFUrblZxeGZ4OGZGMDd0elpLNE54VnF1VnA1OSttdWpvYUFZUEhreFVWQlJIang0bEtTbXB3bnh2dlBFR0tTa3BQUEhFRTl4eHh4ME1HemFzMHRkaEFDTkdqS2oyc1Zhc1dGSHRiYTVhdDI0TlVHbWc3K1RKazRTSGh4TWFHdXJXUE42aWxHTC8vdjJzWHIyYXpaczNPNmJaRGNQWUJMeVdscGEyem5YK1hidDJsUUwxY2w0NXM5bjhWbjA4VGswYVJkRHJTaWwxMWpDTXJjQlN3ekNXN3RxMXkrMmRMaTVzNVRkMjY5YXRTM0J3OEhPR1lkeTdmZnYycHR1M2IrZS8vdXUvU0VoSW9HZlBublhhZjMzdjNyM2s1ZVV4YytaTTUrZmR0TFMwU3ZPMWF0V0s4ZVBIazVDUXdNcVZLNWs4ZVRLMzNYWWJ3NGNQNThvcnIzVE9OMy8rZkk5cmNZaUlpS0JObXpiczNMbXp3dWo1enAwNzZkR2poOXZ6MUpYZGJtZjM3dDE4K3Vtbi9QVFRUd0FvcGM0Ymh2R1pVdXBWaThXUzdwVUhhdUFDT3VoS0tRc3cybXExcnN6TXpMUmU4ZzQxMkxObnp5L0EyTzdkdXo4WkhCdzhBeGlYbFpYVit0VlhYeVVpSW9MaHc0ZHoyMjIzZWRTdU9yYktxYW1wREJ3NGtQMzc5N04yN2RwcTU3L2lpaXQ0NUpGSFNFaElZTVdLRlh6MzNYY01IejdjZWJ1N3JidGpNTzNNbWZKVHBlZmw1WEh1M0Rubm0wMWlZaUtMRmkwaUppYUdMbDI2c0huelpyS3pzNWs0Y2FKekdlN000d21yMWNyMzMzOVBTa29LUjQ4ZWRVek9WMHI5cjgxbWV5MGpJK05vVGZjUE5BMTZ6eml6MmF3QTB0TFMvTzU1UkVkSE40K0lpSGdVbUdRWVJrZUFsaTFiY3ZmZGR6Tmd3SUFxVytxYXJGbXpocFNVRklxTGk0bUxpK09XVzI1aC92ejVMRnEwNkpMTFVrcDU5QkdpdXEva1VsSlNuSmMvKyt3elB2Lzhjd29MQytuWXNTTVBQL3d3WGJwMHFUQy9PL080cTdDd2tBMGJOdkRaWjUrUm41OFBnRkxxcUdFWS8xOVJVZEdiTGwrQitnMS9XRS85TGlDMTRROHZvQnRNam9FN3d6QnVnUEtCTEY4TzNEVkdiZ3l3MVhwdnh2cmlEK3VwUHdma2t2emhCYXdOeDhDZFVtcWc0MmVxM2g2NGEweHFPOERtci94aFBXM1FhNVkvdklDZWNCMjRBNW9DWGh1NGF3eHFHbUN6MisydnBqdCtuTjVBK01ONjJxQUNjakYvZUFIcm9udjM3bGM1QnU2QTFrQ2RCKzRhc3NZNndPWVA2Mm1ERElpRFA3eUEzdUR0Z2J1R3BpRU9zTldHUDZ5bkRUb2cvdkFDZWxsQURkdzE1QUcyMnZDSDliUkJCOFFmWGtCZmFhd0RkNDFsZ0swMi9HRTliWmhyeXdYKzhBTDZXbU1adUd0c0EyeTE0US9yYVlNT2lEKzhnUFdsb1E3Y05kWUJ0dHJ3aC9XMFFRZkVIMTdBK3RaUUJ1NGErd0JiYmZqRGV0cWdBK0lQTDZCR2ZqbHdGeWdEYkxYaEQrdHBndzZJUDd5QS9rRDN3RjBnRHJEVmhqK3NwdzA2SVA3d0F2cVQraDY0QytRQnR0cndoL1cwUVFmRUgxNUFmK1RyZ1RzWllLc2RmMWhQRzNSQS9PRUY5R2ZlSHJpVEFUYlArTU42MnFBRDRnOHZZQU5ScDRFN0dXQ3JHMzlZVHh0MFFQemhCV3hvM0IyNGt3RTI3L0dIOWJSQkI4UWZYc0NHcXJxQnUzdnV1WWZnNEdCV3JWb2xBMnhlNGcvcmFZTU9pRCs4Z0ExZFZRTjNMbVNBelF2OFlUME42SU5EQ3JodzF0RVowZEhSTXlNaUloNDFET014eWs5c3NGQUcyQm9QdlNlN0ZuN2orUEhqeFJhTFpRN1FDV2lYbHBiMmR3bDU0eUZCRnlJQVNOQ0ZDQUFTZENFQ2dBUmRpQUFnUVJjaUFFalFoUWdBOGoxNkk2U1VNb0JRb0FubDM0bTcvWVkrWU1BQXh6S3V2TVNzVmJGVGZpcmk4NERWTUF6bHdUS0VEMGpRRzZjUTRFcWc3WVYvM1Q0UnVkbHNkbHpzNDhIaldvR1R3RkVnNzhKMTRRY2s2STFURThwRHZxMjJkM3p0dGRjY0YxZlU0ZkZ2QWZLUm9Qc04rWXplT0lWU3ZpWFhwVlpkaFBBOUNYcmpaRUp2MEpvZzY1WmZrZitNQUZaY1hNeTZkZVUvSzkrL2Y3L3JRU1dxZE83Y09XYlBuczN2di85ZUgrVUpMNUtnQjdEOC9IeGVmUEZGQUZhdlhzMklFU1BZdHEzNmovWE5talhqMkxGanZQTEtLL1ZWb3ZBU0NYcUFzTmxzbGY1Q1FrS3cyKzJVbFpVeFpjb1VubmppQ1E0ZE9vVGRiZ2ZLdC9nWC8wMmVQQm1yMVVwQlFVR2wyMHBMU3pVL1MxRWRHWFVQQUtkT25lTE9PKytzOXZhYmI3NjV3dlgzMzMrZnI3NzZpdDY5ZTFkN245dHZ2NzNTdFB2dnY1OG5uM3pTODBLRnowalFBOGl1WGJzcVhMZmI3ZHg0NDQxczJMQ0J5eSsvdk5MOE8zYnNBT0RreVpOY2VXWFZnL2c1T1RtVWxaWFJ0bTNiQm51RzEwQWdyWHNBTTVsTU5HL2VuTUxDOHVOTG5ENTltazgrK1lTeXNqSUFnb0tDMkx0M0w4T0hENmVvcUlpZ29LQktmOG5KeVR6NzdMTUVCUVZoTXNucTVLL2tmeWFBOU96WnM4S2YxV3JsaWl1dTROU3BVd0I4L1BISHJGKy9udURnL3pSNlhicDBvVzNidHF4ZXZiclM4dXgyTzE5OTlSVjMzMzEzdlQwSDRSa0plZ0FvS3lzak9EaVlYYnQyc1d2WExyNzU1aHRNSmhPaG9hRkVSVVZ4NU1nUlRwNDh5ZkxseTVrMGFWS2wreWNrSkxCczJUS1VxcmpyK3JadDJ5Z29LR0R3NE1IMTlWU0VoeVRvQWVEczJiT0VoWVU1cjVlVWxOQzhlWE1BcnJubUdyS3lzcGcxYXhhMzNucHJwWUU1Z01HREI1T1hsOGNQUC94UVlmcXFWYXNZT0hCZ2hXVUwveVJCRHdBNU9UbEVSa1k2cnhjV0Z0S3laVXVnL0Vjc0sxZXVKRHM3bTJlZmZSWW8zekhHVlZoWUdMMTc5eVlsSmNVNUxUYzNsNDBiTjNMZmZmZlZ3ek1RZFNWQkR3Qjc5KzdsMm11dnBiQ3dFSnZOUmxwYUdsRlJVUUFFQndkei92eDVKazJhNUJ4NXYrdXV1OGpOemEyd2pMdnV1b3VEQnc5aXM1V2ZmV25Ka2lWMDY5YU5ybDI3MXUrVEVSNlJyOWNDd05hdFc0bVBqK2ZsbDE5bTQ4YU50R3paa3RtelozUDA2RnYvNC9JQUFCanhTVVJCVkZGbXo1NU5uejU5V0xWcUZVT0dEQ0V2THcrcjFVcnIxcTJkby9FQU45eHdBemZlZUNQRnhjVVVGUld4WXNVS25udnV1UXJ6QUZ4MjJXWDEvZlNFR3lUb2pWeFdWaGEvL1BJTDgrYk5ZL0Rnd1pTV2xoSWFHc3JSbzBmNTYxLy95cmh4NHhneFlnUVBQdmdnOCtiTm8wMmJOblR1M0ptZmZ2cUpQLy81enpVdSs0VVhYcWcwN2VMdjZvVi9rS0EzY2ovLy9ETVBQUEFBTFZxMEFLQkpreVpBK1hmbUkwZU81SUVISGdEZ25YZmU0Yi8vKzc5WnRXb1Z6ejc3TEQxNjlBaTQwTmJseUR3MXFlTlJlMnJpOWhGOUpPaU5YRUpDZ3ZOenRhdnJyNytlNjYrLzNubTlkZXZXdlBubW0vVlptai95K01nOE5hbmpVWHRxNHZZUmZTVG9qWk1kbC8vMG9LQ2crbjc4OHhkcWFHZzhQakpQVGJ4MDFKNmFYUEtJUGpMcTNqZzUzdWwxT1VuRFBJeVU3aVB6ZU9xUzNZZHMwUnVuODVTM2M3ZFF2aEkwcVdubWhRc1hqdHkvZi8rOVZkMFdHUm41OWZUcDB4Zlc0bkVkcmVSNTk4djFHN3FQek9PcFN4N1JSNExlT0pWU0hyZ0MzQmhVeXNySytqMGpJNlBLb0hmcTFHa0JzTVhOeDNVZEhKSWZwMStrdUxpWTc3NzdqcnZ1dW92OSsvZlR0bTFiUWtPcmYxODVkKzRjYytiTVlmTGt5YlJxMWFwT2o5MmdmMWZvRHllWWJ5UU1zOWw4RUdqdk9sRXBsV3V4V0tLQWdEZysrNFZSOFQ1YytDeDk4VDRDN3FocFA0SVRKMDV3OTkxMzgrT1BQekp2M2p3MmJOakFzODgreXkyMzNGTHRmUjU5OUZIQ3dzSklTa3FxNldIdkJUWVpobEh0eHpYWm9nc0FwWlQ2eERDTVoxMG5Hb2FSU29DRS9HSTJtNDErL2ZyVituNk9yeVNyK3FiajRpUDZ4TVhGY2VqUUlXNisrV1pNSmhQRnhjV1Y3ak41OG1UKzlhOS9VVkJRVU9GWGhZN2xoWVNFdUZXWEJGMEFZQmpHYXVEWml5WXYxVkdMUHdnS0NxcHlQd0tyMWNxWU1XT0lqWTNscFpkZXF2SysvbmhFSHdtNkFDQXRMVzJIMld6T0FSeS9mam1WbHBiMmxjNmEvTkg4K2ZNNWYvNjhXd0h6cHlQNnlOZHJ3c0Z1dDl1VEhWZVVVdXVCeXYxbkFGdTllalhMbGkwakppYUc1czJiTzQvRTR5NmRSL1NSb0Fzbms4bjBxZU95VW1xWnpscjh6WGZmZmNjcnI3ekMxS2xUK2VHSEh6aDkralJEaHc1bDhlTEZ6cVBtWGt5TzZPTWxack5aT1ViZWhWY0V4OFhGblRLYnpiOVQvclZjUUZGS1hhbVVHcTR1c21yVkt0V3JWeS8xK2VlZnF3TUhEaWl6MmF5VVVtcmp4bzNxemp2dlZQZmZmNy82NVpkZm5QUG41T1NvbTI2NnlYbjl6Smt6Nm9ZYmJsQktLZlhYdi81VnJWbXpSdVhsNWFuYmJydE5iZCsrL2VLSFU4bkp5V3JZc0dIS2JyZFhtTDVseXhiVnExY3ZsWitmZi9GZFJseHFQM3Jab2d0WFpZWmhKQ3VsdmtLK0I2ZTB0SlQ1OCtmenlpdXY4RC8vOHo4TUdUS2t3dTE5Ky9abCtmTGxkT2pRZ1FjZmZKQjMzbm1IMHRKU3Z6eWlqd1JkVktDVStsVGFkamgyN0JnUFB2Z2c2OWF0NDczMzNtUGd3SUZWemhjV0ZzWXJyN3pDekpreitlcXJyemg3OXF4Zkh0RkhSdDNyaWRsc25xQ1VXbUFZaHQrL3VScUc0ZnFMcTBaRktiWERZckZVM294ZXBIWHIxdHg4ODgzOCtjOS9kbXNMT21USUVBWU5Hb1RKWktwd1JKL216WnU3ZFVTZlpjdVdFUkVSNFZ6ZVhYZmR4Y0tGQzdIWmJBUUZCZFg1aUQ0UzlQcnpaRU1JZVdObkdJWmI3MkJObXpabCt2VHB0VnEyWXhUY0g0L29JMEd2QjNGeGNkY0QxN1pxMVlyMzMzOWZ6bWlpd2JKbHkxaXlaQWxLcVE5OStUaitla1FmQ1hyOWlJZnlyMXNrNVBWUEtjV21UWnNBc052dG4vanlzZnoxaUQ0UzlIcGdHTWFEQUgzNmVQc0FJOElkaHc0ZDRzU0pFd0FuZHUvZXZiRXV5N3I2NnF0ckRLUy9IdEZIUGpQNm1HdmJIaHNicTd1Y2dPVFl0VlFwdFphYWY2UlQ0Y2c4bnZMSEkvcEkwSDFQMm5hTmF0bTI2ejR5ajZjdWVVUWZhZDE5VE5wMnZXclp0dGZxeUR6dWV2cnBwNWNESkNVbFZYbHdqenB3KzRnK0VuUWZrclpkdjFxMDdWRExJL080eStVei9TWnZMTStGMjBmMGthRDdsclR0R3RWMnRQM0NjZEhQNCtYajNUbDJQcXJwQ0RDK0pwL1JmVWphZHIyOE9kcmUwRW5RZlVUYWR2MXEyYlkzYWhKMDM1RzJYU09sRkJzM2JnUjh2NU5NUXlCQjl4RnAyL1U2ZE9nUU9UazVJRzA3SUVIM0NaMXQrL0hqeHpsdzRFQ1Z0eDA1Y29TZE8zZTZ2YXlQUHZxSWdvSUNiNVZXcjZSdHIwaUM3aHZhMnZiVTFGU3lzN01yVFQ5Ky9EaEpTVWtrSnllVG5wNWU2ZmJEaHc5WE9nYmFwNTkrV3VIWFVqYWJqY09IRDZPVWYrZEcydmJLSk9nK29LdHRmKzY1NS9qeXl5OVpzbVFKRXlaTVlNS0VDUUFjUEhpUTJiTm44N2UvL1kxSmt5WXhmLzU4RGgwNlZPRyswNlpOSXpjM3Q4YmxuenAxaW1uVHB0WDZvSWoxVGRyMnl1UjdkQy9UMmJZLzg4d3p2UFRTUzh5Yk44ODU3ZXV2dnlZNU9aa1pNMmJRdVhObm9QeUhGeSs4OEFLVEowK3U4bEJHRFoyMDdaVkowTDN2YnREVHRtZGxaZEcxYTFmMjc5OVBodzRkK1B2Zi84NXZ2LzFHKy9idEsvMVM2cDU3N21IKy9QbU1IajJhb1VPSGV2eVkyZG5aSkNjbms1V1ZoZFZxNVpwcnJtSGl4SWwwNk5DaHJrL0hJOUsyVjAyQzdtV0dZWXdGUGFQdG1abVp4TWJHTW52MmJCWXRXc1RZc1dPSmpJeWthZE9tVmM3ZnJGa3o3cmpqRHVmMTgrZlBVMUpTVW1FZTEybm56MWZlWVd6UG5qMTA3ZHFWMGFOSFk3UFplUGZkZDVrM2J4NXo1ODcxNGpOem43VHRWWk9nZTVIdW5XUjI3OTVOWW1LaTgvclZWMS9OaEFrVG5FRXZLU2xoNGNLRlBQYllZeXhZc0lERml4Y3plUEJnNS94Vm5YM2tVbWNrU1VoSXFIQTlQajZldVhQblVseGM3RHp5YVgyU3RyMXFFblR2MHRhMlEvbkkrYlJwMDhqUHoyZjgrUEdNSFRzV0tEK05FT0Fjbkt2cXdBaXVSeHgxU0V4TTVLMjMzaUltSmdZb1AveHhWbFpXaFJNTzVPZm5zMjdkT3JLeXNzak56ZVhreWZMZHVhMVdhNzBIM2JWdHQ5bHNpK3Yxd2YyY2pMcDdsOWFkWkZhdVhNbWlSWXU0L1BMTFdiUm9rZk5zb0RObXpHREdqQmsxM2pjeE1aRmp4NDdWT0U5SVNBZ3Z2ZlFTeDQ4ZkI4ckQvUFRUVDVPVmxjWGd3WU41N3JubmVPS0pKN3p5WER6aDByYm5aR1JrZkt1dEVEOGtXM1F2TVp2TjNZRS8rTXUrN1RrNU9jNVRCYjMrK3V2QWY3Ym8zckozNzE3eTh2S1lPWE9tODNER2FXbHBYbjJNMm5CcDI3OUEydllLSk9oZW9wU0tOd3hENjc3dHI3enlDams1T1JRVUZEQjM3bHpuNSs5TGJjMDkxYXBWSzZCOEo1MkJBd2V5Zi85KzFxNWQ2NVBIdWhScDIyc21yYnYzYU4rMzNiRXpURmhZR0VsSlNmVHQyeGNvMzZJN3R1b0FDeGN1OU1yanhjVEVNRzdjT0RadjNzeVRUejdKdG0zYlBENlRTRjFKMjE0ejJhSjdnYiswN2RXZFVjUm1zMUZTVW9MSlpFSXB4ZUhEaDdIWmJJU0dobGFZYjhxVUtaWHVXOVUwVjhPR0RXUFlzR0VWcGpuZVlPcVR0TzAxazZCN2dUKzA3ZFVKQ1FuaDdiZmZKanM3bS83OSsyTVlCdSs5OXg1RlJVWEV4OGM3NTF1NmRLbGJ5MXUvZnIzelZFTCtRdHIyUzVPZ2U0ZjJ0dDNWb2tXTG5KZmZmdnZ0U3JmUG5qMjcwclNRRVBmT2tseVh2ZWg4UmRyMlM1T2cxNUcvdE8yQlROcjJTNVBCdURwU1NzbVJaRFNTdHQwOUV2UzY4NnUyUGRCSTIrNGVhZDNyUU5wMi9XVGZkdmZJRnIwT3BHM1g2NksyWFg2U1dnTUpldDFJMjY2UnRPM3VrOWJkUTlLMjZ5ZHR1L3RraSs0aGFkdjFjbTNiRGNPUXR2MFNKT2llazdaZEk5ZTJQUzB0VGRyMlM1RFczUVBTdHVzbmJYdnR5QmJkQTlLMjZ5VnRlKzNKRnQwekR3Sjg4ODAzZlBQTk43cHJDV1RTdHJ0Smd1NlpNN29MQ0hTcS9IUXhIeUJ0dTFzazZCNndXQ3lONzZ3SEY1ak5aZ1dRbHBZbW4wa2FFZm1NTGtRQWtLQUxFUUFrNkVJRUFBbTZFQUZBQnVNQ1hGeGMzRmpncVNxbS8rUzRySlQ2TUQwOS9mV0w1eEVOaHdROXdKV1ZsVmxDUWtLdXUzaTZZUml1MDdiVVkwbkNCNlIxRDNCNzl1elpBMlJYZDd0UzZxakZZdGxXanlVSkg1Q2dDNEJxZHlNMURFUFBxVmVFVjBuUUJjQ2E2bTZ3Mld4TDZyTVE0UnNTZEVGYStaa1JEMTg4WFNtVnUzdjM3bzMxWDVId05nbTZnUEpkeHl1MTc0WmhwQ0w3a2pjS0VuUUJnR0VZcTZ1WTdONTVtb1RmazZBTEFOTFMwbllBT1M2VFRxV2xwWDJscXg3aFhSSjA0V0MzMiszSmppdEtxZldBVFdNOXdvc2s2TUxKWkRKOTZyaXNsRnFtc3hiaFhSSjA0WlNXbHJZTk9BWGtwNmVueS9mbmpZanNBaXRjbFFGTGxGSVJRS251WW9UM1NOQkZCVXFwVDVWUzRicnJFTjRsUWZlQTJXeitCcmhEZHgyK1loZ0dack5aZHhrK29aVGEwWmdQQlZZZCtZenVtVVliOHNiT01JeWJkTmVnZzJ6UjZ5QWxKVVYzQ2FJV0VoTVRkWmVnald6UmhRZ0FFblFoQW9BRVhZZ0FJRUVYSWdCSTBJVUlBQkowSVFLQUJGMklBQ0JCRnlJQVNOQ0ZDQUFTZENFQ2dBUmRpQUFnUVJjK1ZWWldodDF1MTExR3dKTWZ0UWl2eThuSklUMDlIWXZGd3A0OWUxaXdZQUd0V3JYU1hWWkFrNkFMcjN2c3NjZUlqSXprcXF1dW9xU2tSSGM1QWdtNjhJRjMzbm1IaUlnSUxCWUxHUmtadXNzUlNOQWJ0T3pzYkpLVGs4bkt5c0pxdFhMTk5kY3djZUpFT25UbzROTmxXU3dXWnMyYXhhSkZpNnBzeVNNaUlqeDZQc0ozR2tYUXUzZnYzdFl3REdVeW1aVEpaRklsSlNYS2NiMjR1Tmc1UFNnb3lQbnYyYk5uN1FCQlFVRXFPRGhZQlFVRnFaQ1FFSldibTZ1Q2c0TlZjSEN3dXZ6eXkrMEF1M2J0VXBTZm1rZ0Jmak95dEdmUEhycDI3Y3JvMGFPeDJXeTgrKzY3ekpzM2o3bHo1enJuR1RWcVZMWDNYN3IwUHlkaWNXZFpvdUZxRkVFUERnNCs0cmlzbEtKSmt5Yk8yOExDd3FxOFQxWFRsVkpjZGRWVkZhNERmbnY4dElTRWhBclg0K1BqbVR0M0xzWEZ4VFJ2M2h5QU45NTR3MnZMRWcxWFF3LzZjdUJXd0FBTXBaUmhHSWJodU82WUJseVlUS1hiTHBxZm1wYmpNczB2NU9mbnMyN2RPckt5c3NqTnplWGt5Wk1BV0sxV1p6aGpZbUs4dGl4SGQrRDR1bXpDaEFuTys3dDJCOEwvTk9pZ3A2V2xqZFR4dUdheldmc1pScTFXSzA4Ly9UVFIwZEVNSGp5WXFLZ29qaDQ5U2xKU1VvWDVSb3dZVWUweVZxeFlVYXRsT2JxRC8vdS8vMlBCZ2dXOC9QTEwxWFpNd3I4MDZLQUhzcjE3OTVLWGw4Zk1tVE9KaW9vQ29QdzA1eFhObnovZmE4dHlkQWQ1ZVhrQVJFVkZ5ZmZqRFlRRXZZRnlCQ3cxTlpXQkF3ZXlmLzkrMXE2dGZCWWxkMXAzZDVmbHJoTW5UZ0J3NXN3Wm9QeU40ZHk1Yzg0M0VWSC9KT2dOVkV4TURPUEdqU01sSllYMTY5Y1RGeGZIZmZmZDU5WVd2SzdMaW91THEvRlExNU1tVGFwdy9abG5uZ0hrOE5nNitjM0FVa1BpK0l3dUsyN0Q0aml1ZTFwYVdyMnU5NDcxcGI0ZjE1WDhxRVdJQUNCQkZ5SUFTTkNGQ0FBU2RDRUNnQVJkaUFBZ1FSY2lBRWpRaFFnQUVuUWhBb0FFWFlnQUlFRVhJZ0JJMElVSUFCSjBJUUtBQkYySUFDQS9VNjBEeDYraGhQQjNza1gzZ0ZKcWgrNGFoTWQrMGwyQURySkY5NERGWXJsWmR3MUMxSVpzMFlVSUFCSjBJUUtBQkYySUFDQkJGeUlBU05DRkNBQVNkQ0VDZ0FSZGlBQWdRUmNpQU1nT002S0NIajE2M0dzWWh1d1ExTWhJMEVVRkpwTnBNYkplK0VLSnpnZVgvMUJ4c1dBQXBkUVR1Z3RwVEpSU2UzUSt2Z1JkVk1saXNieWh1d2JoUFRJWUowUUFrS0FMRVFBazZFSUVBQW02RUFGQWdpNUVBSkNnQ3hFQUpPaENCQUFKdWhBQlFJSXVSQUNRb0FzUkFDVG9RZ1FBQ2JvUUFjRFFYWURRS3k0dXJqOHd5SEhkTUl3bkFKUlNjMXhtMjJheFdGYldkMjNDZStUWGE2TE1FVzVYcnROc05wdWNaSzZCazlZOXdGa3NscTFLcWRNMXpGSlFWbGIyUmIwVkpIeENnaTdLZ0tVMTNQNTFabWFtdGI2S0ViNGhRUmNBS2RYZG9KUmFYcCtGQ04rUW9Bc0tDd3MzQXdVWFQxZEtGWjA1YytZekRTVUpMNU9nQzdLenM4OHJwVlpjUE4wd2pBMEhEeDdVZWxCRDRSMFNkQUdBVXFyUzEyZDJ1MTIrVW1za0pPZ0NnTHk4dkkxQWtjdWtjNldscFJMMFJrS0NMZ0E0ZnZ4NE1lRDZlWHhUWm1ibVdWMzFDTytTb0FzbnU5M3UramxkQnVFYUVRbTZjRHAzN3R3M1FJbFN5bHBhV3JwTWR6M0NleVRvd2lrcks2dFFLZlc1WVJoYjl1elpjMFozUGNKN1pGOTNVWUZTYWhrUXFic080VjN5NnpYZkNRSDZBME9BM2tCN29CVisvcG9IQlFWaEdBWmxaV1c2UzdrVUJlUURSNEV0d0ZwZ1BTQzc2NHA2WVFBamdVT1VyNHp5VjM5L0o0Q0g4UE0zVXgza0JmR3V5NEgzZ0hzQi92akhQekpreUJCdXZmVldPbmJzU0ZoWUdDYVRESXQ0ZzFLS2dvSUNEaDA2eExadDIvamlpeS9JeU1odzNMd09HQU9jMGxlaGY1R2dlMDg0NVN2WWpSRVJFY3ljT1pQQmd3ZnJyaW1nZlB2dHQ3ejAwa3NjT1hJRTRHZmdEaUJYYjFYK1FZTHVIVTJCTDRIZWNYRnh2UC8rKzRTSGgrdXVLU0FWRkJUdzZLT1BzblhyVmdBTGNCdFFyTGNxL1lKMEY5Qkl6QUZHZHV2V2pTVkxsaEFXRnFhN25vRFZwRWtUaGc0ZHlzNmRPemw2OUdnVTBKRWFmb1liS0dTTFhuZDlnRTNoNGVHa3BxWVNFUkdodXg0Qm5ENTlta0dEQnBHYm13c1FENnpXWEpKV01qSlVOMEhBZklDWk0yZEt5UDFJZUhnNFNVbEpqcXV2RStEN2pFalE2MllZME1Oc05oTWZINis3Rm5HUmZ2MzYwYTlmUDRET3dIaTkxZWdsUWErYnB3Q21UWnVtdXc1UmphbFRwem91VHRaWmgyNFNkTTlkQjl6U3FWTW5ldmZ1cmJzV1VZMGVQWHB3M1hYWEFYUURidFpjampZU2RNOGxBdlR2M3gvRGtERk5mMlVZQm9tSnpzUFNQNnl4RkswazZKNGJEc2hPTVEzQWJiZmQ1cmpZWDJjZE9rblFQUk1KWE4rbVRSdDY5T2lodXhaeENaMDdkeVk2T2hyZ0Q1VC91Q2pnU05BOTB3TWdOalpXMnZZR3dEQU1ldlhxNWJqYVIyY3R1a2pRUGRNZG9HUEhqcnJyY012cDA2YzVlZkprcGVtbHBhWHMzTG5UN2VWODlORkgyR3cyYjVaV2I3cDA2ZUs0R0pBRGNoSjB6M1NGQ2l1UFgwdE9UaVlscGZKZW9FVkZSZnpqSC85d2V6bWZmdm9wZHJ2ZG02WFZtMDZkT2prdjZxeERsNERlVzZnT09nTmNlKzIxdXV1NHBOemNYSDc4OFVmZWZQTk50Kzh6ZXZUb2FtOTc2S0dIcXB6K3dnc3YwTFZyMTFyWFYxL2F0bTNydU5oT1p4MjZTTkE5RXczUXFsVXIzWFZjMHYvKzcvOHljdVJJV3JSb3dXKy8vY2JFaVJNcnpUTml4QWpuNVI0OWVyQjQ4ZUlxbDVXWW1NaUhIMzVJU0VpSXorcjFsWll0V3pvdXR0RlpoeTRTZE0rMEJ2eitWMm8vL1BBRHAwNmQ0cTY3N3VMamp6OG1PenViRlN2K2MwVG4zMy8vbmZIangxZVk1akJtekpncWx6bHUzTGhLMHo3KytHUHZGZTBqTFZxMGNGeThYR2NkdWtqUVBkTVU0TExMTHROZFI0MDJidHpJd1lNSEdUTm1EQ2FUaVRmZWVNUHQreFlYRjdONDhXS2FObTNxbkphWW1NZ0hIM3pnM0tLWGxwWXlhdFFvcjlmdEN5NUJEOVZaaHk0U2RNOFlnTjkvdFRaOStuU1VVc3lZTVlNUkkwWncxVlZYOGR4enovSHJyNzg2NXpHWlRCVmE5NnEyN28yQnkvK1ZmLytuK1VoQVBta3ZPQXUwMkxsekoyM2ErUGRIdmdVTEZtQXltWmc0Y1NKS0tiZmZuQklURXl0MUxJV0ZoVlZPcTJwRTM5LzgvdnZ2anAyYnpnSE5OWmRUNzJTTDdwblRRSXVDZ2dLL0R2cW1UWnY0K3V1dmlZMk5aY3FVS1NpbGVPMjExM2pra1VlcXZZOWpJSzVuejU0ODlkUlRoSVNFa0orZno0c3Z2a2hoWVNHdFdyVmkxcXhaaElXRlliUFplUFhWVit2cjZkUkpVWkh6L0pHVnpnTWZDQ1RvbmprT3RNdlB6OWRkUjQwaUlpSVlOV29VYmR1MkpTWW1ocWlvS01yS3lpZ3BLYW0wRlM0b0tPRGhoeDkyWG4vKytlY0JPSFhxRkxObXphSlBuejRzWHJ5WUcyKzhrWmt6Wi9MODg4L1RwazBiNTN6Kzd1eFo1L2tpSys4NUZBQmtoeG5QN0FYSXpzN1dYVWVOdW5UcHdxaFJvN2oxMWx0cDI3WXQrL2J0UXlubDl2MS8vZlZYbm43NmFXNjk5VmJuNS9oUm8wWngwMDAzTVdQR0RDd1dpNjlLOTdwang0NDVMaDdWV1ljdXNrWDN6TThBdi96eWkrNDZhdlRUVHorUmtaRkJWbFlXdi83NksrSGg0VzYxMm1WbFphU2twTEI2OVdyKzhwZS8wTGR2M3dxMzMzLy8vVVJIUi9QUGYvNFRzOW5NZmZmZFIweE1qSytlaGxmczM3L2ZlVkZuSGJwSTBEMlRBWERnd0FIZGRkVElZckZ3N3R3NUJnMGF4Qk5QUEVGWVdKanpzMnAxWDR1VmxwYnkrT09QMDZ4Wk0xNTk5VlhYUGNvcTZOdTNMMTI2ZE9GZi8vb1hVNmRPWmM2Y09YVG8wTUZuejZXdVhONlVmOVJaaHk0U2RNK2tBMlJtWnRacUpMdStQZmpnZzVXbWhZU0VjT2VkZDFiYVE2NmtwSVIvLy92ZmhJU0U4T2lqai9MSFAvN3hrczhySWlLQzU1OS9ucU5IajFiN2h1QVBsRkxzMkxIRGNmVTduYlhvNHA5cmFNT1FDWFJkczJZTjNicDEwMTJMcU1HK2Zmdm8zNzgvd0FFQzlFY3RNaGpudVJTQXRXdlg2cTVEWE1LV0xWc2NGemZvckVNbkNicm5WZ0pzMkxDaFZpUFpvbjRwcFZpMWFwWGo2b2M2YTlGSmd1NjVkTUNTbFpYRkR6LzhvTHNXVVkzTXpFelMwdElBc29ETm1zdlJSb0plTjBrQTgrYk4wMTJIcU1iYmI3L3R1TGhBWngyNlNkRHJaaVh3eS9idDIvbnFxNjkwMXlJdXNuMzdkdGF0V3dkd0NIaEhjemxheWFoNzNmMEpXQmNSRVVGcWFxcWNMdGxQRkJRVU1IVG9VQTRmUGd3d0draldYSkpXc2tXdnUvWEFvdHpjWENaT25NajU4K2QxMXhQd3JGWXJqei8rdUNQa254SGdJUWM1UDdxM2ZBME1PbmJzV0ZSNmVqb0RCZ3lnU1pNbXVtc0tTRVZGUlV5ZlBwMHZ2L3dTeWdmZ0JnTld2VlhwSjF0MDd5aW1mSVg2ZWN1V0xRd2RPcFR2di85ZWQwMEJaOWV1WFNRa0pEZytseDhBN2dRSzlWYmxIK1F6dW5lMUJwWUFBd0J1dlBGR1JvNGN5ZlhYWDA5VVZCUXRXN2IwMjkxbEd4cWxGRVZGUmVUazVKQ1JrY0dLRlN0YzMxeS9wL3lVV1RuNktoU05uUUZNQWs0QVN2N3E5ZTgzNEVta1U2MUVOaSsrRXdxTUJPS0I2NEVJNERMa05mY1dSZmtodlU0Q3U0RXZnRStBRXAxRkNTR0VFRUlJSVlRUVFnZ2hoQkJDQ0NHRUVFSUlJWVFRUWdnaGhCQkNDQ0dFRUVJSUlZUVFRZ2doaEJCQ0NDR0VFRUlJSVlRUVFnZ2hoQkJDQ0NHRUVFSUlJWVFRUWdnaGhCQkNOSEwvUDJkQkFKcFF1TlNVQUFBQUFFbEZUa1N1UW1DQyIsCgkiVGhlbWUiIDogIiIsCgkiVHlwZSIgOiAiZmxvdyIsCgkiVmVyc2lvbiIgOiAiNjAiCn0K"/>
    </extobj>
    <extobj name="ECB019B1-382A-4266-B25C-5B523AA43C14-3">
      <extobjdata type="ECB019B1-382A-4266-B25C-5B523AA43C14" data="ewoJIkZpbGVJZCIgOiAiMTUxMzgwNDkzNTQwIiwKCSJHcm91cElkIiA6ICI0NzEyNzM1MzgiLAoJIkltYWdlIiA6ICJpVkJPUncwS0dnb0FBQUFOU1VoRVVnQUFBWVlBQUFHYUNBWUFBQUFMbE9RRkFBQUFDWEJJV1hNQUFBc1RBQUFMRXdFQW1wd1lBQUFnQUVsRVFWUjRuTzNkZVhSVTlmMy84ZWNOQ1d1a2FVUWpRVUJBK1NxeUpFTnA4WXNnQXRXeUtCSVZsQzl1SFBzRFJRcXl1Q3Z0RjFwRlJRVTV0UGtxVktxR1ZSQVJna3BCeWlJaWtoQWFOUmhFOW9STlNFZ0lXZWJ6K3lPZG1DRUxBV2JtM3BtOEh1ZHd6c3lkbStGOUlaOTV6ZWZ6dm5NSFJFUkVSRVJFUkVSRVJFUkVSRVJFUkVSRVJFUkVSRVJFUkVSRVJFUkVSRVJFUkVSRVJFUkVSRVJFUkVSRVJFUkVSRVJFUkVSRVJFUkVSRVJFUkVSRVJFUkVSRVJFUkVSRVJFUkVSRVJFUkVSRVJFUkVSRVJFUkVSRVJFUkVSRVJFUkVSRVJFUkVSRVJFUkVSRVJFUkVSRVJFUkVSRVJFUkVSRVJFUkVSRVJFUkVSRVJFUkVSRVJFUkVSRVJFUlB6S3Nyc0FxWFVpZ041QWY2QTcwQUtJUXIrTHZtS0FrOEIrWUFPd0V2Z0VLTFN6S0JHUnlsakFZR0FQcFM5ZStoTzRQNGVBQjFENFNnM3BGMFVDNFJmQVc4RGRBTmRkZHgzOSsvZW5XN2R1dEdyVmlzYU5HeE1XRm1admhTSENHRU5PVGc1Nzl1emhpeSsrWU1XS0ZhU2xwWGtlWGdVTUE0N1pWNkVFQXdXRCtGczBwUzlJWFdKaVlwZzBhUkw5K3ZXenU2WmFaZTNhdGJ6d3dndnMyN2NQNEJ1Z0Y1QnRiMVhpWkFvRzhhZjZ3S2RBOS9qNGVHYlBuazEwZExUZE5kVktPVGs1UFBMSUkyemN1QkVnQmJnUnlMZTNLbkdxT25ZWElDRnRHakM0UTRjT3pKOC9uOGFORzl0ZFQ2MVZyMTQ5Qmd3WXdOYXRXOW0vZjM5VG9CV3d4TzY2eEprMFl4Qi82UUdzaTQ2T0pqazVtWmlZR0x2ckVlRDQ4ZVAwN2R1WDdPeHNnSUhBUnphWEpBNmtqcC80UXgxZ09zQ2tTWk1VQ2c0U0hSM04xS2xUUFhkZkFjSnRMRWNjU3NFZy9uQWJFT2R5dVJnNGNLRGR0Y2haZXZic1NjK2VQUUhhQXNQdHJVYWNTTUVnL3ZBRXdOaXhZKzJ1UTZvd1pzd1l6ODNIN0t4RG5FbkJJTDUyUFhCRDY5YXQ2ZDY5dTkyMVNCWGk0dUs0L3ZyckFUb0F2N0c1SEhFWUJZUDRXZ0pBNzk2OXNTeWQyK0JVbG1XUmtKRGd1ZnVnamFXSUF5a1l4TmZ1QlBRaHRpQnc0NDAzZW03MnRyTU9jUjRGZy9qU0ZVQ25KazJhRUJjWFozY3RjZzV0MjdZbE5qWVc0QnBLTDJZb0FpZ1l4TGZpQU5xM2I2OWxwQ0JnV1JaZHUzYjEzTzFoWnkzaUxBb0c4YVdPQUsxYXRiSzdEci9Kejg5bjlPalJGQlpXdklyMWxDbFRXTEZpaFExVlhiaHJyNzNXYzFNTmFDbWpEN2VJTDdVRHJ4Y2J4eXJYZUsyUlAvN3hqM1RzMkpHc3JDenk4dktvVzdldTErTzdkdTBpTFMyTmh4OStHSUNpb2lJaUlpSjhWcSsvdEc3ZHV1eW1uWFdJc3lnWXhKZmFBbHg5OWRWMjEzRk83N3p6VHRudEJ4OThrR25UcG5IcHBaZVdiZnZwcDU5NC9QSEh5L1pyMUtnUkFBY09IS0I1OCtZVm5tL1Jva1hjZXV1dFhISEZGZXpidDQvSmt5Y3pZOFlNNnRldjc5Zmp1RmhYWG5tbDUyYkZnNUphUzhFZ3ZoUUxFQlVWWlhjZDUzVDJCZjBhTldya3RhMm9xS2pDZnVWbkdaN2IwNlpONDh5Wk0zejMzWGM4OWxqcFo4V2FOMi9PWlpkZHh2TGx5N243N3J2OWRneStFQmtaNmJuWnhNNDZ4Rm5VWXhCZnVoUXF2dWlHaWtXTEZ0RzFhMWNlZmZSUkZpMWFSRlJVRkhYcjF1V3R0OTVpMkxCaFJFWkc0bmE3eWMvUHAwK2ZQaXhidG94VHAwN1pYWGExUERNaFNyOU1TUVRRakVGOHF6N0FKWmRjWW5jZGZsR25UaDBPSERoQVFrSUNZV0ZoNU9ibThza25uN0I3OTI2U2twS1lNMmNPaFlXRk5HclVpTWpJU01MRHcwbE9UbmIwcktGY01OU3RiaitwWFJRTTRrc1c0UGhUVlpjdFc4YmN1WE85dG8wY09iTFNmY3N2SHkxWXNJQ3NyQ3hhdEdoQmRuWTIwZEhSL1BhM3Y2VmR1M2JFeE1Ud3kxLyswdXRyU2pkdTNNaUNCUXNjSFF6bC9xK2MvWjhtQWFWZ0VGOHFBQnJsNXVaU3IxNDl1MnVwVXQrK2ZibjU1cHNCS0N3czVQLzl2Ly9IbTIrKzZUWFRPYnY1RExCMzcxNWlZMk9wVzdjdXUzZnY1cXFycnFKNTgrYVZOcU1CdW5idFN1Zk9uZjE2TEJjckx5L1BjN1BpK2JkU2F5a1l4SmVPQTQxeWNuSm8wc1M1dmN5NmRldVduVzU2OU9oUndzTEN1T0tLSzZoVDUrY3ZOS3lzK2J4bHl4YnExcTFMWVdFaDI3ZHZwME9IRGhRVUZEQjA2TkJLeno0cUtDaGd5UkpuZjBsYXVXRElzYk1PY1JZRmcvalNRYUQ1eVpNbjdhNmp4akl6TTJuYXRLbFhLRlRsNXB0dlp1Zk9uVHoxMUZNY1AzNmNhZE9tbFQyV2xKVGt0VzlSVVJGRGhnenhlYjIrVnE0NWZzVE9Pc1JaZEZhUytOTDNVUHBpR3d6Y2JqY2ZmdmhoK2N0Q1ZLdE9uVG84K3Vpak5HalFnSUtDQWc0Y09PRG5DdjJ2M0RIc3Q3TU9jUllGZy9qU053RGZmZmVkM1hXYzArblRwM25sbFZjNGRlb1Vnd1lOcXZIUHJWeTVraU5IanZEUVF3L3hsNy84aFcrKytjYVBWZnJmRHovOFVIYlR6anJFV2JTVUpMNlVCckI3OTI2NzY2aFdkblkyenovL1BKZGRkaGxUcGt5aFljT0dOZnE1OTk1N2orVGtaQ1pQbmt6cjFxMXAyYkpsV2VONTJMQmgvaXpaYjhxRitGZDIxaUhPb21BUVgwb0ZTRTlQeHhqajJOTldZMkppZU9paGgramF0V3VWTlVaR1JwWjlrdG5qcDU5KzR2bm5ueSs3dnRDMTExNUxRVUVCVUJvYTVRVkRqOEVZdzVZdFd6eDMvMlZuTGVJc3poeTVFc3pTZ1hiTGx5K25RNGNPZHRmaWQ4WVk5dTNiUjRzV0xTcHNQM2p3SU0yYU5iT3BzblBidFdzWHZYdjNCdGlOTHFJbjVhakhJTDYyQkVyWDRtc0R5N0lxaElKbnU1TkRBV0REaGcyZW0ydnNyRU9jUjhFZ3Z2WUJ3Sm8xYXpERzJGMkxWTUVZdzdKbHl6eDM1MWEzcjlRK0NnYnh0VlFnSlNNamd5Ky8vTkx1V3FRSzZlbnBiTnUyRFNBRFdHOXpPZUl3Q2dieGg2a0FiN3p4aHQxMVNCVm16cHpwdVRuTHpqckVtUlFNNGc4ZkFOOXQzcnlaeno3N3pPNWE1Q3liTjI5bTFhcFZBSHVBdjlwY2pqaVF6a29TZjdrVldCVVRFME55Y2pMUjBkRjIxeU5BVGs0T0F3WU1ZTy9ldlFCRGdYazJseVFPcEJtRCtNc253SnpzN0d4R2poekptVE5uN0s2bjFpc3NMR1RjdUhHZVVQZ1FoWUpVNGR4WERoTzVjS3VCdmdjT0hHaWFtcHBLbno1OUhIMDU3bENXbDVmSDQ0OC96cWVmZmdxbERlZCs2RkxiVWdYTkdNU2Y4aWw5QWZwbXc0WU5EQmd3Z0UyYk50bGRVNjN6OWRkZk0yalFJRTlmWVRkd0M1QnJiMVhpWk9veFNDQmNDc3dIK2dCMDZkS0Z3WU1IMDZsVEo1bzJiVXBrWktSakw1OFJiSXd4NU9YbGtaV1ZSVnBhR29zWEx5NGZ4cHVBTzRFcyt5b1VFZm1aQll3Q0RnRkdmd0w2NXlnd0FhMFFTQTNwYlpvRVdsMWdNREFRNkFURUFKZWczMFZmTWNBcFNyOTRaenV3QW5pZjBxOWRGUkVSWDNHNVhNYmxjdWthSDFJcmFHb3BJaUplRkF3aUl1SkZ3U0FpSWw0VURDSWk0a1hCSUNJaVhoUU1JaUxpUmNFZ0lpSmVGQXdpSXVKRndTQWlJbDRVRENJaTRrWEJJQ0lpWGhRTUlpTGlSY0VnSWlKZWRLbGprVXJFeDhmM0J2cDY3bHVXTlI3QUdET3QzRzVmcEtTa2ZCRG8ya1Q4TGR6dUFrUWNxdGdUQnVXVjMxWlNVcElRMkpKRUFrTkxTU0tWU0VsSjJXaU1PVjdOTGpuRnhjVXJBbGFRU0FBcEdFUXFWd3dzcU9ieDFlbnA2WVdCS2tZa2tCUU1JbFZiVXRVRHhwaEZnU3hFSkpBVURDSlZ5TTNOWFEva25MM2RHSlAzMDA4L2ZXaERTU0lCb1dBUXFVSm1adVlaWTh6aXM3ZGJsclhteHg5L0xMQ2pKcEZBVURDSVZNTVlVK0YwVkxmYnJWTlVKYVFwR0VTcWNmanc0YytCdkhLYlRoY1ZGU2tZSktRcEdFU3FjZkRnd1h5Z2ZEOWhYWHA2K2ltNzZoRUpCQVdEeURtNDNlN3lmUVkxblNYa0tSaEV6dUgwNmRQL0JBcU1NWVZGUlVVTDdhNUh4TjhVRENMbmtKR1JrV3VNK2RpeXJBMDdkdXo0eWU1NlJQeE4xMG9TcVFGanpFTGdDcnZyRUFrRVhWMVZiT1Z5dVVZWVkyWlpscVhacTQyTU1WdFNVbEorWTNjZDRnd2FqR0szQ1FvRisxbVc1Yks3Qm5FT0xTV0piZUxqNHpzQlYwZEZSVEY3OW13c1N4UFlRRnU0Y0NIejU4L0hHRFBYN2xyRU9mUk9UZXcwRUtCejU4NEtCUnNZWTFpM2JoMEFicmY3Zlp2TEVRZFJNSWh0TE11NkQ2QkhqeDUybDFJcjdkbXpoME9IRGdFYzJyNTkrK2MybHlNT29tQVFXNVJmUm1yZnZyM2Q1ZFJLVzdac0FjQVlzeEl3OWxZalRxSmdFTHRvR2NsR1drYVM2aWdZeEJaYVJyS1hscEdrT2dvR0NUZ3RJOWxQeTBoU0hRV0QyRUhMU0RiU01wS2NpNEpCQWs3TFNQYlNNcEtjaTRKQkFrckxTUGJUTXBLY2k0SkJBazNMU0RZeXh2RDU1NThEV2thU3Fpa1lKS0MwakdTdlBYdjJrSldWQlZwR2ttb29HQ1JndEl4a1B5MGpTVTBvR0NTUWJGbEdPbmp3SUx0Mzc2NzBzWDM3OXJGMTY5WnpQc2NQUC96QThlUEhmVjFhUUdrWlNXcEt3U0FCWTljeVVuSnlNcG1abVJXMkh6eDRrS2xUcHpKdjNqeFNVMU9yZlk3MTY5Zno3TFBQa3BPVDQ2OHkvVTdMU0ZKVHV1eTJCSVJkeTBqUFBQTU11M2J0SWpJeWtzV0xGd09RbUpqSWp6Lyt5TXN2djh6WXNXTUpEdzluOHVUSi9QR1BmNlJseTVhVlBzOEREenhBZm40K3MyYk40cW1ubmdwWS9iNmtaU1NwS2MwWUpGQnVoOEF2SXozMTFGTTBiZHFVMmJObms1aVlTR0ppSXF0WHIyYnk1TW44NFE5L29HM2J0clJ1M1pwQmd3YngzSFBQOGVXWFgxYjVYTU9IRHljOVBaMnZ2LzQ2WVBYN2lwYVI1SHhveGlBQllWblcvUkQ0WmFTTWpBemF0V3ZIRHovOFFNdVdMZm56bi8vTTBhTkhhZEdpQlRObXpQRGE5NDQ3N21ENjlPa01IVHFVQVFNR1ZIaXUvUHg4OHZQemVmZmRkM0c1WEZVR1hHWm1KdlBtelNNakk0UEN3a0xhdEduRHlKRWpxNXlOQklLV2tlUjhLQmpFNyt3OEd5azlQWjMyN2Rzelpjb1U1c3lady8zMzM4OFZWMXhCL2ZyMUs5Mi9RWU1HOU9yVnE5TEh2dmppQzlxMmJVdHViaTZiTjIvbWhodHVxSFMvSFR0MjBLNWRPNFlPSFVwSlNRbi85My8veHh0dnZNSHJyNy91cytNNlgxcEdrdk9oWUpCQXNHVVpDV0Q3OXUwa0pDU1UzYi9xcXFzWU1XSkVXVEFVRkJTUW1KaklvNDgreXF4WnMwaEtTcUpmdjM0Vm5zY1l3NmVmZnNydmZ2Yzc2dFNwdytMRmkrbmF0V3VseHpObzBDQ3Yrd01IRHVUMTExOG5QeitmaGcwYit2Z0l6NjM4TWxKSlNVbFN3QXVRb0tOZ2tFQ3c3VU50ZS9mdVplellzWnc4ZVpMaHc0ZHovLzMzQXpCOStuUUFSb3dZQVVCSlNVbTF6N05seXhhT0hqM0tUVGZkUkhoNE9Jc1dMV0xEaGcxMDc5Njl3cjRuVDU1azFhcFZaR1Jra0oyZHpaRWpSd0FvTEN5MEpSaktMU05scGFXbHJRMTRBUkowRkF6aVZ5NlhxeU53alYwZmF2dmdndytBMHNieG5EbHpBSmczYng0VEowNnM4WE1VRlJVeGQrNWNCZzRjU0lNR0RRQzQ5OTU3bVR0M0xwMDdkL1o2c1M4c0xPVEpKNThrTmphV2Z2MzYwYlJwVS9idjM4L1VxVk45ZUZUbnA5d3kwZ3EwakNRMW9MT1N4SytNTVk2NU5sSldWaFlIRHg0RTRKVlhYdUdWVjE2cDBjL05uajBieTdLNDQ0NDd5cmIxN05tVEprMmFrSmlZNkxYdjk5OS96K0hEaC9uOTczL1ByMzcxSzVvMWE4Ymh3NGQ5ZHhEblNjdEljaUVVRE9KdnRsNGI2Y1VYWDJUTW1ESGs1T1R3K3V1djgvMzMzd013Y2VMRUdzMGFsaTFieHRxMWF4azNiaHdSRVJGbDJ5M0xZdlRvMFh6MTFWY3NXTENnYkh0VVZCUlErcUc2ZmZ2MnNXN2RPbGF1WE9uam82bzVMU1BKaFZBd2lOKzRYSzZPbG1YWnRvd0VNR3JVS0taUG4wN2p4bzJaT25VcU45MTBFMUJ4eG5EMk8zOWpETysvL3o3dnZ2c3VZOGVPcFUyYk5oV2V1MW16Wm93ZVBacUZDeGVTbUpoSVFVRUJ6Wm8xNDZHSEhtTDkrdlZNbURDQkw3NzRnbnZ1dWNlL0Ixa05MU1BKaFZDUFFmekdHRFBRc2l4Ymw1RWFOMjVjNmZhU2toSUtDZ29JQ3d2REdNUGV2WHNwS1NtaGJ0MjZBTHozM251c1hMbVNKNTU0Z2wvLyt0ZFZQdjhOTjl6QW1ERmptRGx6Sm8wYU5XTFlzR0hjZHR0dDNIYmJiVjc3ZVFJcGtMU01KQmRLd1NEKzVNaExiRWRFUkRCejVrd3lNelBwM2JzM2xtWHgxbHR2a1plWHg4Q0JBNEhTVTA1Nzl1eEo4K2JOei9sOFBYcjBvRldyVnNUR3h2cTc5UE9pWlNTNVVQcW1GUEdMLzV5TnREMHFLcXFzZVN1QnRYRGhRdWJQbjQ4eFpuWktTc3JEZHRjandVTTlCdkVMSjUyTlZCdHBHVWt1aG9KQi9NV1J5MGkxaFphUjVHS294eUErWi9lSDJrVFhScEtMb3htRCtKeVdrZXgxMWpLU0xyRXQ1MDNCSVA2Z1pTUWJhUmxKTHBhV2tzU250SXhrUHkwanljWFNqRUY4U3N0STlpcS9qR1JabHBhUjVJSW9HTVRYdEl4a28vTExTTnUyYmRNeWtsd1FMU1dKejJnWnlYNWFSaEpmMEl4QmZFYkxTUGJTTXBMNGlrYXYrRXg4ZlB4T3k3S3VzYnNPSVd2YnRtMnhhTVlnRjBoTFNlSkxQOWxkUUcxbmpESEEzMUVvaUlqNGw4dmxNaTZYU3krMlVpdW94eUFpSWw0VURDSWk0a1hCSUNJaVhoUU1JaUxpUmNFZ0lpSmVGQXdpSXVKRndTQWlJbDRVRENJaTRrWEJJQ0lpWGhRTUlpTGlSY0VnSWlKZUZBd2lJdUpGd1NBaUlsNFVEQ0lpNGtYQklDSWlYaFFNSWlMaVJjRWdJaUplOUozUElwVnd1VnlQQVc5V3Q0OHg1c1dVbEpSbkFsU1NTTUJveGlCU2lhS2lvcFhuMnNmdGRyOGZpRnBFQWszQklGS0pIVHQyL0FDa1ZMTkx4dmJ0MjlNRFZZOUlJQ2tZUktwZ2pLbHlSbUNNV1JISVdrUUNTY0VnVW9YaTR1SXFYL3d0eTBvS1pDMGlnYVRtczBnMTR1UGoweTNMYWxkK216Rm1kMHBLU211N2FoTHhOODBZUktwaGpIbnY3RzJXWloyek1TMFN6QlFNSXRVb0tTbjUrT3h0YnJkYnkwZ1MwclNVSkhJT0xwY3JFMmdEWUl6Wm41S1MwdHpta2tUOFNqTUdrWE1yVzA2eUxDdlp6a0pFQWtIQklGS05xNjY2cXI0eHBzUVlBNERiN1Q0Wkd4dmIwT2F5UlB4S1Mwa2lsZWpRb2NNdnc4UERoMXVXTlFHNDRxeUhqd0d2RlJjWHY1MldsbmJZaHZKRS9FckJJRkpPZkh4OFM4dXlIZ01lQlJvQ3RHalJnbjc5K2hFUkVjSEtsU3ZadFd1WFovY0NZOHhieHBnM1UxTlR2N2VyWmhGZlV6Q0lBQjA3ZG5TRmg0ZVBNOGJjYTFsV0dFRDc5dTI1NDQ0N2lJK1B4N0pLaDRveGh2VDBkSllzV1VKcWFxcG5teHRZWWxuV3RHM2J0bTIyN1NCRWZFVEJJTFZabU12bCtpM3dCTkFMSUR3OG5GLy8rdGZjZWVlZHRHclZxdG9mM3JkdkgwdVdMR0hUcGswVUZSVUJZSXpaWkZuV1M5dTJiVnNCdVAxY3Y0aGZLQmlrMXJucXFxdnFSMGRIMzJXTWVkcnpxZVlHRFJyUXMyZFBCZzBhUkpNbVRjN3IrVTZjT01HSEgzN0ltalZyT0hYcWxHZnpMbVBNaTluWjJmTU9IanlZNytOREVQRXJCWVBVR3BVMWxLT2pvN24xMWx2cDM3OC9EUnRlM01sR0JRVUZmUExKSnlRbkozUDRjRmxQV28xcUNUb0tCZ2w1VlRXVUJ3d1l3TTAzMzB5ZE9uVjgrdmVWbEpTd2NlTkdsaTlmcmthMUJDVUZnNFNzbWphVS9VV05hZ2xXQ2dZSk5SZlZVUFlYTmFvbG1DZ1lKQ1Q0dXFIc0wycFVTekJRTUVoUTgzZEQyVi9VcUJZblV6QklVQXAwUTlsZjFLZ1dKMUl3U0ZDeHU2SHNMMnBVaTVNRTV5aVMyc2FSRFdWL1VhTmE3S1pnRU1jS2xvYXl2NmhSTFhaUk1JampCR3REMlYvVXFKWkFVekNJWTRSS1E5bGYxS2lXUUZFd2lPMUN0YUhzTDJwVWk3OXB4SWxkYWxWRDJWL1VxQlovVURCSVFOWDJocksvcUZFdHZxUmdrSUFJcFlieWdRTUhtRDE3TnQ5Kyt5MFJFUkdNR2pXSzMvem1OMldQYjl5NGtZVUxGNUtWbGNWbGwxM0c0TUdENmRHalIwQnFVNk5hZkVIQklINFZhZzNsNDhlUE0zNzhlT0xpNHJqdHR0c29LQ2lnZnYzNnRHN2RHb0N2di82YWwxNTZpUWNmZkpBT0hUcXdjZU5HRmk5ZXpKLys5Q2ZhdDI4ZnNEclZxSmFMb1dBUXZ3akdodktoUTRkbzJyUnB0ZnY4OWE5LzVjQ0JBMHllUExuU1k1ZzRjU0p0MnJSaDVNaVJaZHVlZSs0NUdqVnF4Tk5QUCszem1zOUZqV3E1RU9GMkZ5QWhwVUpET1NJaXdoRU41Y3pNVE9iTm0wZEdSZ2FGaFlWbEw5NHRXN1lzMjJmQ2hBbjA3dDJid1lNSEV4a1pXZUU1M0c0M0d6ZHVaTVNJRVpXR1FtNXVMcnQyN2VMZWUrLzEydDY1YzJlV0xsM3ErNE9xQWN1eWFOKytQZTNidHkvZnFBNHJLaXE2QzdnclBqNWVqV3FwSU16dUFpUjB1Rnl1MWNBcW9GZURCZzNvMjdjdnMyYk5Zc0tFQ2JhZlpiUmp4dzdhdFd2SG4vNzBKNlpNbVVKUlVSRnZ2UEdHMXo0elpzemc5T25UUFBiWVl5eGZ2cHppNG1Ldnh3OGRPa1IrZmo1MTZ0Umg0c1NKREJzMmpLbFRwNUtibTF2Mk9GQmgxbkhGRlZkdzZ0UXBDZ29LL0hpRTU5YThlWFBHakJsRFltSWl0OTkrTzVHUmtWaVc5ZC9BUi9IeDhabzVTQmtGZy9pTU1hYnNiWGFkT25YNDVTOS9TWGk0TXlhbGd3WU40czQ3NzZSTm16YTBiZHVXZ1FNSHNtZlBIdkx6Zno1WjU5SkxMMlhVcUZIOCtjOS81dHR2djJYTW1ERnMzdnp6NitWUFAvMEV3R2VmZmNaRER6M0VoQWtUMkxsekozLzcyOThBT0gzNk5BRDE2dFh6K3JzOTl3c0xDLzE2akRYbCtiODVxNzhUUE4xLzhUdG5qRm9KQ1NrcEtWM2o0dUx1c1N6cjhWT25UdjBxS1NtSlJZc1cwYWRQSC9yMzcwOXNiS3h0dFowOGVaSlZxMWFSa1pGQmRuWTJSNDRjQVVwZnJNOCtJNnBaczJZODhjUVRMRnUyakpkZmZwbVJJMGR5eXkyMzRIYVhyclRjZmZmZHRHdlhEb0NCQXdmeTdydnZVbHhjVEVSRUJFRFo1d2s4enB3NUEwRDkrdlg5ZW96bmN2andZWktUazBsT1RpNGZVanVNTVcra3BLVE10Yk0yY1JZRmcvaVNPelUxTlFsSWlvdUw2eGtXRnZaVVlXSGhiNU9UazhPU2s1UHAyclVyQXdjT3BHM2J0Z0Z0UGhjV0Z2TGtrMDhTR3h0THYzNzlhTnEwS2Z2MzcyZnExS2tWOWpYR3NHWExGcFl1WFlyYjdlYTU1NTdENVhJQjBMaHhZd0F1di96eXN2MmJObTFLU1VrSkJRVUZYSHJwcFFBY09YS0VtSmlZc24yT0hEbENkSFEwZGV2VzllZGhWc29Zd3c4Ly9NQkhIMzNFK3ZYclBkdmNsbVd0QTE3ZXRtM2Jxb0FYSlk2bllCQy9TRTFOL1J6NHZFT0hEdGVHaDRjL1kxblczWnMzYjY2L2VmTm0vdXUvL290Qmd3YlJ1WFBuZ0p5dSt2MzMzM1A0OEdFbVRacFV0djYvYmR1MkN2dXRXYk9HRHovOGtJaUlDTzY1NXg2NmRPbmk5ZmlWVjE1Smd3WU4yTFZyVjlrSDhRNGRPa1NqUm8xbzFLZ1JrWkdSTkduU2hLMWJ0M3FkbXJwMTYxYmk0dUw4ZUlRVnVkMXV0bS9menRLbFMvbjN2LzhOZ0RIbWpHVlpIeHBqWGtwSlNVa05hRUVTVklMckpISUpPb2NQSHo2YWxaVzE5TExMTG5zckxDek1BdjdyMkxGakRUZHMyTUMvL3ZVdjZ0ZXZUMnhzckY5N0VVVkZSU1FuSnhNV0ZrYVRKazFJVFUxbDZkS2w1T1hsTVhEZ3dMSWxuaGt6WmpCMDZGQWVldWdobWpWclZ1RjV3c0xDeU0zTkpUazVtVmF0V25IZ3dBSCsvdmUvYyt1dHQ5S3hZMGVnOUN5c2hRc1hFaFVWUmQyNmRWbXhZZ1diTjI5bXpKZ3hYSExKSlg0N1JvL0N3a0xXcjEvUDY2Ky96c2NmZit6NWtOdEpZOHhiSlNVbFExSlRVK2RrWldWbCtiMFFDV3JPTzVsY1FscHNiR3pEbUppWVI0QlJsbVcxQW9pTWpPVDIyMituVDU4K1JFVkYrZVh2WGI1OE9VdVdMQ0UvUDUvNCtIaHV1T0VHcGsrZnpwdzVjOHIrVG1QTU9aZTRpb3VMbVQxN051dlhyeWNzTEl4ZXZYcHgzMzMzZWMxOFB2endRejcrK0dOeWMzTnAxYW9WRHo3NElOZGVlNjFmanNzak56ZTNiTVp6OHVSSnovSHN0eXpyYjNsNWVUTXlNakp5L1ZxQWhCUUZnOWdsek5Pb3RpenJWMUQ2YnRzSmplcGdVb09HY29tTjVVbVFVakNJN1R5TmFtUE1iejJma3JhclVSME0xRkFXZjlPSUU4Y28zNmdHNmdNQmIxUTdXWFVOWmJmYi9WS3E1NW9YSWhkSndTQ08wN0ZqeDh2RHc4TW5BZzhCbHdMRXhNUnc1NTEzY3VPTk45citlWUJBS3l3c1pOT21UU3hac29UOSsvZDdOcDgweHZ5anBLVGs1YlMwdFAzVi9iekkrVkl3aUdQWjFhaDJDaldVeFM0S0Jna0d0YXBScllheTJFM0JJRUVsVkJ2VmFpaUxrd1RuS0pKYUwxUWExV29vaXhNcEdDU29CV3VqV2cxbGNUSUZnNFNFWUdsVXE2RXN3VURCSUtIR2tZMXFOWlFsbUNnWUpHVFozYWhXUTFtQ2xZSkJRbDZnRzlWcUtFdXdVekJJcmVIdlJyVWF5aElxRkF4UzYvaTZVYTJHc29RYUJZUFVaaGZWcUZaRFdVS1Zna0dFbWplcTFWQ1cya0RCSUZKT1ZZM3FPKzY0Zy9Ed2NKWXRXNmFHc29ROEJZTklKU3ByVkplamhyS0VOQVdEU0RVOGpXckxzaDRGSW9CRU5aUWwxQ2tZUkdyQTVYSVpnT0xpNHBpMHRMVERkdGNqNGs5aGRoY2dJaUxPb21BUUVSRXZDZ1lSRWZHaVlCQVJFUzhLQmhFUjhhSmdFQkVSTHdvR0VSSHhvbUFRRVJFdkNnWVJFZkdpWUJBUkVTOEtCaEVSOGFKZ0VCRVJMN3FJbmtPNVhLNUJ4cGh1ZHRjaHBTekxHZzlnalBrcmtHOXpPVkxxZEdGaDRldnA2ZW5IN1M0azFDZ1lIQ0krUHI0MzBOZHozN0tzTVVDNGZSWEoyWXd4WmQva0pvNngyUml6RWNBWVU1Q2FtdnFjM1FXRkFyM3dPRWV4NTExcE5kNHl4bndYa0dya2JLMHN5NnFuZjMvN1dKWTFGbWgrMXVhdWxtVjEvYy9qK2xwVkgxRXdPRVJLU3NyRytQajQ0NVpsUlZmMnVESG1WR0ZoNFdQcDZlbUZsVDB1RXVwY0xsZGpZRkkxdXl3TlZDMmhUczFuNXlnR0ZsVDFvR1ZaR3hVS1Vzc3RyK29CWTB5aDIrMWVHTWhpUXBtQ3dWbVdWUE5ZbGFFaFVodHMyN1p0RzdDdnNzY3N5OXFRbXBwNklzQWxoU3dGZzRQazV1YXVOOGFjck9TaC9NT0hEODhQZUVFaXptS01NZTlYOGNDSGdTNG1sQ2tZSENRek0vTU04STlLSHRxOGYvLyswNEd1UjhTQlBxcGtXeEdnTjA0K3BHQndHR05NaGVVa3Q5djlnUjIxaURoTlNrcktsOGFZN0xNMmIwNUpTVGxpUzBFaFNzSGdNQ2RPbk5oc2pEbmx1VytNT1hQcTFLbjM3S3hKeEVIY2xtWE44OXJnZGxjMmk1Q0xvR0J3bUI5Ly9MR2cvQysrWlZsYk1qTXpjK3lzU2NSSnp1b25sRmlXbFdSYk1TRkt3ZUJBYnJkN2tlZTJtbW9pM2xKU1VqWUNuamRMVzFOU1VnN2FXVThvVWpBNGtOdnQzZ1NjQm9vS0N3dmZzYmtjRWFjcDVqK25kaHRqVnRwY1MwaFNNRGhRV2xwYW5qRm1zVEZtcXk0UUpsS1IyKzFPTXNhNGdibDIxeEtLRkF6T05jOFlVK1VuUFVWcXMxT25UdjBMV0orU2tyTEg3bHBDVWEyN1ZLVEw1UnBoakpsbFdaYWpROUVZQXhDeVYvTTB4bXhKU1VuNWpkMTFpTGRnR1I4UTJsZTd0WHQ4MU1hTDZFMElobC82VVAyRjk3QXN5MlYzRFZLcG9CZ2ZFTnBqeE83eFVhdUNJVDQrdmhOd2RWUlVGTE5uenc3cFh5eW5Xcmh3SWZQbno4Y1lvN1ZoaDlINHNKOVR4a2RRdkRQd29ZRUFuVHQzMWkrOURZd3hyRnUzRGdDMzIxM3BOVy9FVmhvZk5uTFMrS2hWd1dCWjFuMEFQWHIwc0x1VVdtblBuajBjT25RSTRORDI3ZHMvdDdrY09ZdkdoNzJjTkQ1cVRUQ1VueWEzYjkvZTduSnFwUzFidGdCbDU1NGJlNnVSOGpRKzdPZWs4VkZyZ2dGTmsyM2xwR215VkVyancwWk9HeCsxSmhnMFRiYVhrNmJKVXBIR2g3MmNOajVxUlRCb21tdy9KMDJUeFp2R2gvMmNOajVxUlRDZ2FiS3RuRFpObGdvMFBtemt4UEZSSzRKQjAyUjdPVzJhTE40MFB1emx4UEVSOHNHZ2FiTDluRFpObHA5cGZOalBpZU1qNUlNQlRaTnRaWXpoODg4L0I1d3pUUll2R2g4MmN1cjRDUGxnMERUWlhudjI3Q0VyS3dzY05FMlduMmw4Mk11cDR5T2tnMEhUWlBzNWNab3NwVFErN09mVThSSFN3WUFmcHNrSER4NWs5KzdkbFQ2MmI5OCt0bTdkV3VQbmV2ZmRkelBTMWJrQUFCVEZTVVJCVk1uSjhkL1hPUzlZc0lDU2toS3ZiVjk5OVJVN2QrNzAyOTlabmxPbnlWTG1nc1pITUkyQjh2THo4M24zM1hmNS92dnZ6N2x2SU1hT2s4ZEhTRjlkMVIvVDVPVGtaRnEwYUVHclZxMjh0aDg4ZUpDcFU2ZFNyMTQ5d3NQRGlZdUw4M3A4Nzk2OXhNYkdFaDcrOHovNTBxVkw2ZFdyRjQwYk53YWdwS1NFQXdjTzBMeDVjeXpMb3FDZ2dLRkRoOWFvcmlWTGxsVFl0bURCQWhJU0VxaFRwdzRBUlVWRkpDWW1NbkxreVBNNjVndmwxR215bExyUThSSElNUUNRbDVkMzNzZldxRkVqci92R0dLWlBuODZ1WGJ2NDk3Ly96ZVRKazZsYnQyNlZQeCtJc2VQazhSR3l3ZUNQYWZJenp6ekRybDI3aUl5TVpQSGl4UUFrSmlieTQ0OC84dkxMTHpOMjdGakN3OE9aUEhreWYvempIMm5ac21YWno0NGRPNVkzMzN5VFpzMmFWZm44eDQ0ZFkrellzU3hZc0lDSWlBanExNi9QZ2dVTEFEaDY5Q2lqUm8xaTNyeDVoSVg5UE5HYk8zY3VtWm1aTmFyLzQ0OC9KamMzbHpmZWVNTnJlNmRPblpnNGNXS04veDFxeXFuVFpMbnc4UkhvTVZCU1VzSjk5OTEzM3NkWC9vMVNTVWtKYjc3NUpvY1BIMmJHakJuTW1ER0RsMTU2aVNlZWVJTDY5ZXZYNlBuOE1YYWNQRDVDTmhpQTI4RzN5MGhQUGZVVUw3endndGN2eCtyVnE1azNieDRUSjA2a2JkdTJBQXdhTklqbm5udU94eDU3ak4vODV1SytoQ2tpSWdJQXQ5dE5XRmdZRVJFUlpjR1FrNVBEUC8vNVQ4YVBIKy8xTTVNblQrYmJiNzhGNElFSEhnRGd0ZGRlWS9ueTVjVEd4dkx5eXkrWFBlL3k1Y3Nydkx2eUJTZFBrd1c0d1BFUjZERlFwMDZkU21mRFJVVkZUSnc0a1d1dXVZWlJvMFpWK2ZNNU9UbE1temFObkp3Y0prMmFSTU9HRFJrL2ZqeXZ2UElLeno3N0xPUEdqZk1LcWtDTkhhZVBqNUFOQnN1eTdnZmZMaU5sWkdUUXJsMDdmdmpoQjFxMmJNbWYvL3huamg0OVNvc1dMWmd4WTRiWHZuZmNjUWZUcDA5bjZOQ2hEQmd3NEtMLzdyeThQTnh1Tnp0MjdLQlRwMDRBTEZ1MmpLWk5tL0tyWC8zS2E5L25uMytldzRjUE0zTGtTT2JPblV0WVdCaFBQdmtrUTRZTUlUczdtNWt6WnpKMjdGZysrK3d6dG16Wnd2Lys3LzllZEgxbmMvSTBXUzU4Zk5nNUJzcWJPM2N1aFlXRkRCOCt2TXA5Tm0zYXhOdHZ2ODFWVjEzRmxDbFR5bDdFSXlJaWVQTEpKNWs3ZHk3ang0L256anZ2cEgvLy9qUnMyREJnWThmcDR5TWtnOEZmWjF1a3A2ZlR2bjE3cGt5WndwdzVjN2ovL3Z1NTRvb3JxcHlPTm1qUWdGNjllcFhkUDNQbURBVUZCVjc3bE45MjVzeVpLdi91RXlkT0FQRDU1NStYQmNOWFgzM0YvdjM3U1VoSUFMeW56NTUzUGZQbnorZWVlKzdoOXR0dnAzdjM3cmpkYnFaTW1jTG8wYU1wS0NoZzZ0U3BmamwvM2NuVDVOcnVZc2FIbldQQVk4MmFOYXhhdFlvT0hUclFvRUVEU2twS3lub0JVUHB1Zk1xVUthU21wdEtyVnkvV3JsMWI5dTcvYkc2M214OS8vSkZ4NDhZeGMrWk13c1BEQXpKMm5ENCtRaklZOE1NeUVzRDI3ZHZMWG9RQnJycnFLa2FNR0ZFMktBb0tDa2hNVE9UUlJ4OWwxcXhaSkNVbDBhOWZ2N0w5SjB5WVVPRTVLOXRXbWV6c2JLNi8vbnAyN05qQjhlUEhpWTZPNXJYWFhzTVlRMnBxS2t1WEx2WGFmOXUyYlFBY1BueVlGMTk4a2FlZmZockxzdGk4ZVRPSERoMml1TGlZZ29JQ3Z2amlDMzc3Mjk5U3IxNjk4LzczcUVyNWFYSkpTVW1TejU1WWZPV0N4NGVkWXdCSzN3d2xKaVp5Ly8zMzg4NDc3M0RpeEFrbVRKakFIWGZjUWI5Ky9RZ0xDOE95TEhyMDZNSFFvVU5wMDZaTnRVdE5VQm9PdTNmdkxtdUsrM3ZzQk1QNENOVmc4TXVIZHZidTNjdllzV001ZWZJa3c0Y1A1Lzc3N3dkZyt2VHBBSXdZTVFLZ3dtbHVVUGxaUXdrSkNWN051S0tpSWpJeU1yek8ydkRZdlhzM3JWcTFvbDI3ZGl4YXRJZ1JJMFlRSGg2TzIrMW13WUlGREJreXBHemYwNmRQYy9Ub1VRQkdqUnJGNHNXTFdiMTZOV3ZXck9IWXNXTU1HVEtFVzI2NWhTKysrSUozM25tSCtmUG5NMnJVS0c2NDRZYUwvQmNxVlc2YW5KV1dscmJXSjA4cXZuVEI0OFBPTWJCbXpacXkwTG42NnF0NTU1MTNpSXFLWXNTSUVmenRiMzlqN2RxMVBQYllZN1JxMVlxYmJycXB4c2NVRmhaR216WnRnTUNNbldBWUh5RVhEQzZYcXlOd2pUOCt0UFBCQng4QU1IejRjT2JNbVFOUTFuUTdsN01IUUdVaUlpSjQ0WVVYS3V6bmRydEpUVTNsNFljZnBtUEhqb3dlUFpxYmI3Nlp0bTNiTW4vK2ZCbzJiRWlYTGwzSzlsKzdkaTB1bDR0dnYvMldPblhxRUJjWHgxLy8rbGY2OSs5UG56NTl5azdUKysvLy9tKzZkT25DMnJWcmFkMjY5UVg5bTFTbTNEUjVCUTZjSnRkbUZ6cys3QmdEeGNYRkpDVWxzV0xGQ3Y3d2h6L1FyVnMzRGh3NFVQWXpYYnAwNGJycnJpTXhNWkVubm5pQ2hJUUU3cjc3YnNMRHc3MW1OMVdaTTJjT1VWRlJRR0RHVGpDTWo1QUxCbVBNUU11eS9IN3RsNnlzTE54dU53Q3Z2UElLOFBPN0pWLzc4c3N2T1hQbURDNlhpL3IxNnpOOCtIQmVmZlZWYnIzMVZsYXRXc1dycjc3cXRmLzI3ZHQ1NUpGSGVQLzkwcE1kMnJkdno2dXZ2c3IvL00vL2xBM204dHh1ZDZYdjVpNUVNRXlUYXpOZmpvOUFqSUhzN0d4ZWV1a2xjbk56bVR4NWN0bFpUMmVMakl4ay9QanhyRnUzanNXTEY5Ty9mLyt5ejBhVWYrRS8yOW5CNGUreEV5empJK1NDQVQ4dEl3RzgrT0tMWkdWbGtaT1R3K3V2djE2MmR1cVB6d0I0RkJVVjhmNzc3L083My8ydWJCMjNlL2Z1ckZxMWl2ZmZmNTlodzRaeCtlV1hlLzNNSTQ4OFVtRWdlRjRFUE9lZWU1elBoK2hxSWhpbXliWGNSWTJQUUkrQnFLZ29PblhxeEYxMzNVVmtaT1E1OTcvcHBwdm8zcjI3MTJkOXpvZS94MDZ3akkrUUNnWi9MaU5CNlpwajQ4YU5HVDU4T0ZPblRnVWdLU21wd3J1bHhNUkVuLzJkYytiTW9iQ3drRHZ2dkJNby9hRGIyMisvemRHalJ4a3dZQUR6NXMxajc5NjlKQ1FrMEtKRkM0QXEzeDBGUWpCTWsyc3JYNHlQUUkrQmV2WHE4ZUNERDU3WHoxeG9LSUQveDA2d2pJK1FDZ1ovTHlONXBxWm5LeWtwb2FDZ2dMQ3dNSXd4N04yN2w1S1NrZ29mdVI4OWVuU0ZuNjFzbThmcTFhdjU1ei8veVovKzlDZU9IVHZHUC83eEQ5YXVYVXUzYnQyWU5tMGFrWkdSOU83ZG02U2tKQjUvL0hGYXRtekozWGZmWFcwajdLNjc3cXJoMFo2L1lKa20xMWErR0IrQkhnTys4UERERC92a2VTNTI3QVRUK0FpcFlNQ1B5MGhWaVlpSVlPYk1tV1JtWnRLN2QyOHN5K0t0dDk0aUx5K1BnUU1IbHUzbnViVEZ1WHp5eVNmODRoZS9BQ0F1TG83SEgzK2M2NjY3anUrKys0NVRwMDd4NG9zdmVqVzdXclpzeWROUFAwMVdWaGJyMXEzam1tdXVLWHVzc25kTy9seEtDcFpwY2kzbWwvSGh6ekhnQzIrLy9YYU5ld3dlL2hnN3dUUStRdWFiT2Y0elRkNGVGUlhGN05tejlhVWpObGk0Y0NIejU4L0hHRE03SlNYRk4yL1R4Q2RxNi9nNGNlSUV2L2pGTDZvODNyeThQQm8yYkJpUWY0OWdHaDhoYzlsdFk0eStpY3BHd1RSTnJvMXE2L2lJaW9xcTluZ2JOV29Va0grUFlCc2ZJUk1NMkxDTUpEOExwbWx5TGFYeFlhTmdHeDhoMFdQdzk5bEljbTVPdi9aTGJhYnhZYjlnR3g4aE1XT29yZE5rcHpocm11eTRTd2pYZGhvZjlnckc4UkVTd1lDbXliWUt0bWx5TGFUeFlhTmdIQjlCdjVTa2FiTDlnbTJhWEp0b2ZOZ3ZHTWRIME04WU5FMjJWL2xwc21WWlFURk5yazAwUHV3VnJPTWo2SU1CVFpOdFZYNmF2RzNidHFDWUp0Y3lHaDgyQ3RieEVkUkxTWm9tMnk4WXA4bTFoY2FIL1lKMWZBVDFqRUhUWkhzRjZ6UzV0dEQ0c0Zjd2o0K2cvbTJKajQvZmFWbldOZWZlVS93c2E5dTJiYkVFMFR1aTJrRGp3ekdDYm53RTlWSVM4SlBkQmRSMnhoZ0QvSjBnK3FXdlJUUStiS2J4SVQ3bGNybU15K1hTTDVOSUplTGo0MTkxdVZ3bVBqNStuTjIxaEtLZzdqR0lpSWp2S1JoRVJNU0xna0ZFUkx3b0dFUkV4SXVDUVVSRXZDZ1lSRVRFaTRKQlJFUzhLQmhFUk1TTGdrRkVSTHdvR0VSRXhJdUNRVVJFdkNnWVJFVEVTN0JmWFRYa3hjZkh2MnAzRFFKQVc4dXk2aGxqZHRoZGlBRFEyKzRDUXBtQ3dibnlnRWFXWlkyM3V4RDVtV1ZadDloZGczZzViWGNCb1VqQjRGREZ4Y1c5NjlTcDA4M3VPbW9yeTdKY3dQK2NZN2UxeHBpUEExR1BWT3AwYm03dUhMdUxDRVZCL1ExdUluNFVIaDhmZjhheXJDcjdjR2ZPbkdtYW5wNmVGY2lpUkFKQnpXZVJ5aFZibHZWTlZROWFscFd0VUpCUXBXQVFxWUxiN1g2N21zZVdCN0lXa1VCU01JaFU0ZFNwVTMvN3ozZjJlakhHVUZoWU9ObU9ta1FDUWNFZ1VvWE16TXd6d1BkbmI3Y3M2MWg2ZXZwZUcwb1NDUWdGZzBnMWpESHZuTDNON1hhdnNxRVVrWUJSTUloVTQ5Q2hRek1BcitVa3Q5dXRaU1FKYVFvR2tXcGtaMmZuQWJzOTk0MHh4OVBTMGpKc0xFbkU3eFFNSXVkZ2pFa3FkL2NUMndvUkNSQUZnOGc1L1BUVFQ5Tk1LWURYN0s1SFJFUWN3T1Z5N1hXNVhDZnRya01rRUhTdEpKRWFjTHZkOHkzTGFtVjNIU0tCb0dzbFNhQkZVSHJKNVA1QWQ2QUZFSVhEZnhmRHc4T0ppSWpnOUduSFg4elRBQ2VCL2NBR1lDV2xmWkZDTzRzU0VhbU1CUXdHOWxENjRxVS9nZnR6Q0hnQWg0ZXZPSWQrVVNRUWZnRzhCZHdOY04xMTE5Ry9mMys2ZGV0R3ExYXRhTnk0TVdGaE9nL0NGNHd4NU9Ua3NHZlBIcjc0NGd0V3JGaEJXbHFhNStGVndERGdtSDBWU2pCUU1JaS9SVlA2Z3RRbEppYUdTWk1tMGE5ZlA3dHJxbFhXcmwzTEN5Kzh3TDU5K3dDK0FYb0IyZlpXSlU2bVlCQi9xZzk4Q25TUGo0OW45dXpaUkVkSDIxMVRyWlNUazhNamp6ekN4bzBiQVZLQUc0RjhlNnNTcDZwamR3RVMwcVlCZ3p0MDZNRDgrZk5wM0xpeDNmWFVXdlhxMVdQQWdBRnMzYnFWL2Z2M053VmFBVXZzcmt1Y1NUTUc4WmNld0xybzZHaVNrNU9KaVlteHV4NEJqaDgvVHQrK2Zjbk96Z1lZQ0h4a2MwbmlRT3I0aVQvVUFhWURUSm8wU2FIZ0lOSFIwVXlkT3RWejl4WDBXU2FwaElKQi9PRTJJTTdsY2pGdzRFQzdhNUd6OU96Wms1NDlld0swQlliYlc0MDRrWUpCL09FSmdMRmp4OXBkaDFSaHpKZ3hucHVQMlZtSE9KT0NRWHp0ZXVDRzFxMWIwNzE3ZDd0cmtTckV4Y1Z4L2ZYWEEzUUFmbU56T2VJd0NnYnh0UVNBM3IxN1kxazZ0OEdwTE1zaUlTSEJjL2RCRzBzUkIxSXdpSy9kQ2VoRGJFSGd4aHR2OU56c2JXY2Q0andLQnZHbEs0Qk9UWm8wSVM0dXp1NWE1QnphdG0xTGJHd3N3RFdVWHN4UUJGQXdpRy9GQWJSdjMxN0xTRUhBc2l5NmR1M3F1ZHZEemxyRVdSUU00a3NkQVZxMUNvNnZMVGgrL0RoSGpoeXBzTDJvcUlpdFc3ZlcrSG5lZmZkZFNrcEtmRmxhd0Z4NzdiV2VtMnBBU3hrRmcvaFNPL0I2c1hHMGVmUG1zV1JKeGF0QzVPWGw4WmUvL0tYR3o3TjA2VkxjYnJjdlN3dVkxcTFibDkyMHN3NXhGbjNxVVh5cExjRFZWMTl0ZHgzbmxKMmR6VmRmZmNXTUdUTnEvRE5EaHc2dDhyRUhIbmlnMHUzUFBmY2M3ZHExTysvNkF1WEtLNi8wM0d4dVp4M2lMQW9HOGFWWWdLaW9LTHZyT0tkLy9PTWZEQjQ4bUVhTkduSDA2RkZHamh4WllaKzc3cnFyN0haY1hCeEpTVW1WUGxkQ1FnSno1ODRsSWlMQ2IvWDZTMlJrcE9kbUV6dnJFR2RSTUlndlhRbzQvaXFxWDM3NUpjZU9IZU4zdi9zZDc3MzNIcG1abVN4ZXZManM4Uk1uVGpCOCtIQ3ZiUjdEaGcycjlEa2ZldWloQ3R2ZWUrODkzeFh0SjQwYU5mTGMvSVdkZFlpektCakVsK29EWEhMSkpYYlhVYTNQUC8rY0gzLzhrV0hEaGhFV0ZzWnJyNzFXNDUvTno4OG5LU21KK3ZYcmwyMUxTRWpnNzMvL2U5bU1vYWlvaUNGRGh2aThibjhvRnd4MTdheERuRVhCSUw1a0FZNC9WZlh4eHgvSEdNUEVpUk81NjY2N3VQenl5M25tbVdmWXVYTm4yVDVoWVdGZVMwbVZ6UjVDUWJuL0syZi9wMGxBNlpkQmZPa1UwR2pyMXEwMGFlTHNKZXRaczJZUkZoYkd5SkVqTWNiVU9Nd1NFaElxekloeWMzTXIzVmJaR1U5T2MrTEVDYytIRVU4RERXMHVSeHhDTXdieHBlTkFvNXljSEVjSHc3cDE2MWk5ZWpYdDI3ZG45T2pSR0dONCtlV1hlZmpoaDZ2OEdVL2p1WFBuemp6eHhCTkVSRVJ3OHVSSm5uLytlWEp6YzRtS2ltTHk1TWswYnR5WWtwSVNYbnJwcFVBZHprWEp5OHZ6M015eHN3NXhGZ1dEK05KQm9QbkpreWZ0cnFOYU1URXhEQmt5aEN1dnZKSm16WnJSdEdsVGlvdUxLU2dvcVBBdVB5Y25od2NmZkxEcy9yUFBQZ3ZBc1dQSG1EeDVNajE2OUNBcEtZa3VYYm93YWRJa25uMzJXWm8wYVZLMm45T2RPblhLYzdQaUovMmsxdElIM01TWHZnZkl6TXkwdTQ1cVhYdnR0UXdaTW9SdTNicHg1WlZYc212WExvd3hOZjc1blR0Mzh1U1RUOUt0VzdleVBzU1FJVVA0OWE5L3pjU0pFMGxKU2ZGWDZUNTM0TUFCejgzOWR0WWh6cUlaZy9qU053RGZmZmVkM1hWVTY5Ly8vamRwYVdsa1pHU3djK2RPb3FPamE3VDBVMXhjekpJbFMvam9vNC80L2U5L3owMDMzZVQxK0wzMzNrdHNiQ3l2dnZvcUxwZUxlKzY1aDJiTm12bnJNSHppaHg5K0tMdHBaeDNpTEFvRzhhVTBnTjI3ZDl0ZFI3VlNVbEk0ZmZvMGZmdjJaZno0OFRSdTNMaHNyYjJxMDB5TGlvb1lOMjRjRFJvMDRLV1hYaXIvaVdFdk45MTBFOWRlZXkxdnYvMDJZOGFNWWRxMGFiUnMyZEp2eDNLeHlvWDRWM2JXSWM2aVlCQmZTZ1ZJVDA4L3J6TjlBdTIrKys2cnNDMGlJb0piYnJtbHdpZWdDd29LZU9lZGQ0aUlpT0NSUng3aHV1dXVPK2R4eGNURThPeXp6N0ovLy80cUE4UUpqREZzMmJMRmMvZGZkdFlpenVMTWtTdkJMQjFvdDN6NWNqcDA2R0IzTFZLTlhidDIwYnQzYjREZDZDSjZVbzZheitKclN3QldybHhwZHgxeURoczJiUERjWEdObkhlSThDZ2J4dFE4QTFxeFpjMTVuK2toZ0dXTll0bXlaNSs1Y08yc1I1MUV3aUsrbEFpa1pHUmw4K2VXWGR0Y2lWVWhQVDJmYnRtMEFHY0I2bThzUmgxRXdpRDlNQlhqampUZnNya09xTUhQbVRNL05XWGJXSWM2a1lCQi8rQUQ0YnZQbXpYejIyV2QyMXlKbjJieDVNNnRXclFMWUEvelY1bkxFZ1hSV2t2akxyY0NxbUpnWWtwT1RpWTZPdHJzZW9mUVNId01HREdEdjNyMEFRNEY1TnBja0RxUVpnL2pMSjhDYzdPeHNSbzRjeVpreloreXVwOVlyTEN4azNMaHhubEQ0RUlXQ1ZLR08zUVZJU0ZzTjlEMXc0RURUMU5SVSt2VHBRNzE2OWV5dXFWYkt5OHZqOGNjZjU5TlBQNFhTaG5NL29ORGVxc1NwTkdNUWY4cW45QVhvbXcwYk5qQmd3QUEyYmRwa2QwMjF6dGRmZjgyZ1FZTThmWVhkd0MxQXJyMVZpWk9weHlDQmNDa3dIK2dEMEtWTEZ3WVBIa3luVHAxbzJyUXBrWkdSanIxOFJyQXh4cENYbDBkV1ZoWnBhV2tzWHJ5NGZCaHZBdTRFc3V5clVFVGtaeFl3Q2pnRUdQMEo2Sitqd0FTMFFpQTFwTGRwRW1oMWdjSEFRS0FURUFOY2duNFhmY1ZRK2hXclI0RHR3QXJnZmFEQXpxSkVSRVJFUkVSRVJFUkVSRVJFUkVSRVJFUkVSRVJFUkVSRVJFUkVSRVJFUkVSRVJFUkVSRVJFUkVSRVJFUkVSRVJFUkVSRVJFUkVSRVJFUkVSRVJFUkVSRVJFUkVSRVJFUkVSRVJFUkVSRVJFUkVSRVJFUkVSRVJFUkVSRVJFNUtMOGYwU3FMWk9TK0hZZUFBQUFBRWxGVGtTdVFtQ0MiLAoJIlRoZW1lIiA6ICIiLAoJIlR5cGUiIDogImZsb3ciLAoJIlZlcnNpb24iIDogIjM5Igp9Cg=="/>
    </extobj>
    <extobj name="ECB019B1-382A-4266-B25C-5B523AA43C14-4">
      <extobjdata type="ECB019B1-382A-4266-B25C-5B523AA43C14" data="ewoJIkZpbGVJZCIgOiAiMTUxMzgwNDkzNTQwIiwKCSJHcm91cElkIiA6ICI0NzEyNzM1MzgiLAoJIkltYWdlIiA6ICJpVkJPUncwS0dnb0FBQUFOU1VoRVVnQUFBUG9BQUFIY0NBWUFBQUQvYnJlaUFBQUFDWEJJV1hNQUFBc1RBQUFMRXdFQW1wd1lBQUFnQUVsRVFWUjRuTzNkZVhoVGRkNy8vK2RKRjFZckZyUWJpNkREeldCQkdsendxeXdLT0xKWld4QVVFWVZ4QmhRWVFNVmQ4YjVoUnF1RGdIcmhEeDF4dkZYS1dnV1VnZ3VDZ0NCQ1U0cjF0bEwyclMwQ3RxV2xwRTArdno5S01pbGRTTk9rbjdSNVA2NnJGOG5KeWNrNzRieHkzdm5rNUJ3UVFnZ2hoQkJDQ0NHRUVFSUlJWVFRUWdnaGhCQkNDQ0dFRUVJSUlZUVFRZ2doaEJCQ0NDR0VFRUlJSVlRUVFnZ2hoQkJDQ0NHRUVFSUlJWVFRUWdnaGhCQkNDQ0dFRUVJSUlZUVFRZ2doaEJCQ0NDR0VFRUlJSVlRUVFnZ2hoQkJDQ0NHRUVFSUlJWVFRUWdnaGhCQkNDQ0Y4eHRCZFFDTVdBdlFIaGdDOWdmWkFLK1ExOXhZRjVBTkhnUzNBV21BOVlOVlpsQWdjQmpBU09FVDV5aWgvOWZkM0FuZ0llVE90UkY0UTc3b2NlQSs0RitDUGYvd2pRNFlNNGRaYmI2Vmp4NDZFaFlWaE1wbjBWdGhJS0tVb0tDamcwS0ZEYk51MmpTKysrSUtNakF6SHpldUFNY0FwZlJYNkZ3bTY5NFJUdm9MZEdCRVJ3Y3laTXhrOGVMRHVtZ0xLdDk5K3kwc3Z2Y1NSSTBjQWZnYnVBSEwxVnVVZkpPamUwUlQ0RXVnZEZ4ZkgrKysvVDNoNHVPNmFBbEpCUVFHUFB2b29XN2R1QmJBQXR3SEZlcXZTTDBoM0FZM0VIR0JrdDI3ZFdMSmtDV0ZoWWJyckNWaE5talJoNk5DaDdOeTVrNk5IajBZQkhZRVUzWFhwSmx2MHV1c0RiQW9QRHljMU5aV0lpQWpkOVFqZzlPblREQm8waU56Y1hJQjRZTFhta3JTU2thRzZDUUxtQTh5Y09WTkM3a2ZDdzhOSlNrcHlYSDBkQ05aWWpuWVM5TG9aQnZRd204M0V4OGZycmtWY3BGKy9mdlRyMXcrZ016QmVielY2U2REcjVpbUFhZE9tNmE1RFZHUHExS21PaTVOMTFxR2JCTjF6MXdHM2RPclVpZDY5ZSt1dVJWU2pSNDhlWEhmZGRRRGRnSnMxbDZPTkJOMXppUUQ5Ky9mSE1HUk0wMThaaGtGaVlxTGo2c01hUzlGS2d1NjU0WURzRk5NQTNIYmJiWTZML1hYV29aTUUzVE9Sd1BWdDJyU2hSNDhldW1zUmw5QzVjMmVpbzZNQi9rRDVqNHNDamdUZE16MEFZbU5qcFcxdkFBekRvRmV2WG82cmZYVFdvb3NFM1RQZEFUcDI3S2k3RHA4cExpNW15cFFwV0syVmYvVTVlL1pzdnZqaUN3MVZlYTVMbHk2T2l3RTVJQmZRT3hIVVFWZW9zUEw0TFplQktMZTgvUExMZE8vZW5aeWNISXFLaWdnTkRhMXcrNzU5KzhqSXlPQ1JSeDRCb0xTMGxKQ1FFSy9WNnl1ZE9uVnlYdFJaaHk0U2RNOTBCcmoyMm10MTEzRkovLzczdjUyWEgzNzRZZWJNbVVQcjFxMmQwODZjT2NQMDZkT2Q4N1ZvMFFLQVk4ZU8wYTVkdTByTFc3NThPWC82MDUrSWpJemt5SkVqekpvMWl6ZmZmSk9tVFp2NjlIblVWZHUyYlIwWEt6K3BBQ0JCOTB3MFFLdFdyWFRYY1VrWC84Q21SWXNXRmFhVmxwWldtcysxQzNCY25qTm5EdWZQbitlWFgzNWg4dVR5ZlUvYXRXdkhsVmRleVpvMWE3ajMzbnQ5OWh5OG9XWExsbzZMYlhUV29ZdDhSdmRNYTZnY29zWmkrZkxsOU9yVmk4Y2VlNHpseTVmVHFsVXJRa05EZWUrOTl4Z3paZ3d0VzdiRWJyZFRYRnpNZ0FFRFdMVnFGV2ZQbnRWZGRvMGNuUXJsQndjSk9MSkY5MHhUZ01zdXUweDNIVDRSRkJURXNXUEhTRXhNeEdReVVWaFl5UHIxNnpsdzRBQ0xGeTltMGFKRldLMVdXclJvUWN1V0xRa09EaVkxTmRXdnQrb3VRUSt0YWI3R1NvTHVHUVB3KzYvV1ZxMWF4WWNmZmxoaDJzU0pFNnVjMTdWZFg3cDBLVGs1T2JSdjM1N2MzRnpDdzhNWk9IQWdYYnQySlNJaWdpdXV1S0xDWWJHMmJ0M0swcVZML1Ryb0x2OVgvdjJmNWlNU2RNK1VBQzBLQ3d0cDBxU0o3bHFxTldqUUlHNi8vWFlBckZZcmYvM3JYM25ycmJjcWRDSVhEOFlCSEQ1OG1Pam9hRUpEUXpsdzRBQlhYMzAxN2RxMXEzSndEcUJYcjE3MDdOblRwOCtscm9xS2lod1hBL0lvc1JKMHo1d0dXaFFVRk5DbWpmK083WVNHaGpxL0h2dnR0OTh3bVV4RVJrWVNGUFNmQXd0Vk5SaTNZOGNPUWtORHNWcXQ3TjY5bTI3ZHVsRlNVc0xvMGFPckhGMHZLU2toSmNXL0QrTGlFdlFDblhYb0lrSDN6SEdnWFg1K3Z1NDYzSmFkblUxVVZGU0ZrRmZuOXR0djU5ZGZmK1daWjU3aDlPblR6Smt6eDNuYjRzV0xLOHhiV2xyS3FGR2p2RjZ2dDdrTUZwN1VXWWN1TXVydW1iMVFIcDZHd0c2Mzg5bG5uN251Qmxxam9LQWdIbnZzTVpvMWEwWkpTUW5IamgzemNZVys1L0ljanVxc1F4Y0p1bWQrQnZqbGwxOTAxM0ZKNTg2ZDQvWFhYK2ZzMmJNa0pDUzRmYisxYTlkeTh1Ukp4bzBieHovKzhROSsvdmxuSDFicGUvdjM3M2RlMUZtSEx0SzZleVlENE1DQkE3cnJxRkZ1Ymk0dnZ2Z2lWMTU1SmJObno2WjU4K1p1M2Uvamp6OG1OVFdWV2JObTBhbFRKenAwNk9BY2lCc3pab3d2Uy9ZWmx6ZmxIM1hXb1lzRTNUUHBBSm1abVNpbC9QWnJ0b2lJQ01hTkcwZXZYcjJxcmJGbHk1Yk9QZDBjenB3NXc0c3Z2dWpjUDd4TGx5NlVsSlFBNVc4Q3JockNaM1NsRkR0MjdIQmMvVTVuTGJyNDV4cmFNR1FDWGRlc1dVTzNidDEwMStKelNpbU9IRGxDKy9idEswMC9mdnc0TVRFeG1pcTd0SDM3OXRHL2YzK0FBd1RvajFya003cm5VcUQ4czJ3Z01BeWpVc2dkMC8wNTVBQmJ0bXh4WE55Z3N3NmRKT2llV3dtd1ljTUdsRks2YXhIVlVFcXhhdFVxeDlVUGE1cTNNWk9nZXk0ZHNHUmxaZkhERHovb3JrVlVJek16azdTME5JQXNZTFBtY3JTUm9OZE5Fc0M4ZWZOMDF5R3E4ZmJiYnpzdUx0QlpoMjRTOUxwWkNmeXlmZnQydnZycUs5MjFpSXRzMzc2ZGRldldBUndDM3RGY2psWXk2bDUzZndMV1JVUkVrSnFhS3FkTDloTUZCUVVNSFRxVXc0Y1BBNHdHa2pXWHBKVnMwZXR1UGJBb056ZVhpUk1uY3Y3OGVkMzFCRHlyMWNyamp6L3VDUGxuQkhqSVFjNlA3aTFmQTRPT0hUc1dsWjZlem9BQkEvejY1NnVOV1ZGUkVkT25UK2ZMTDcrRThnRzR3UVRvVDFOZHlSYmRPNG9wWDZGKzNySmxDME9IRHVYNzc3L1hYVlBBMmJWckZ3a0pDWTdQNVFlQU80RkN2Vlg1Qi9tTTdsMnRnU1hBQUlBYmI3eVJrU05IY3YzMTF4TVZGVVhMbGkzOWRuZlpoa1lwUlZGUkVUazVPV1JrWkxCaXhRclhOOWZ2S1Q5bFZvNitDa1ZqWndDVGdCT0Frcjk2L2ZzTmVCTHBWQ3VSell2dmhBSWpnWGpnZWlBQ3VBeDV6YjFGQVdjcFA1REVidUFMNEJQS0QvTWxoS2lKMld4V1pyTlo5dWx0WktURkVTSUFTTkNGQ0FBU2RDRUNnQVJkaUFBZ0k4QUJMaTR1cmo4d3lISGRNSXduQUpSU2MxeG0yMmF4V0ZiV2QyM0NlK1NZY2FMTUVXNVhydE5zTmx2dFRySXUvSTYwN2dIT1lyRnNWVXFkcm1HV2dyS3lzaS9xclNEaEV4SjBVUVlzcmVIMnJ6TXpNd1ArUnlFTm5RUmR3SVVEWFZaRktiVzhQZ3NSdmlGQkZ4UVdGbTZtaXBNUEtxV0t6cHc1ODVtR2tvU1hTZEFGMmRuWjU1VlNLeTZlYmhqR2hvTUhEOHErNDQyQUJGMEFvSlNxOVBXWjNXNlhyOVFhQ1FtNkFDQXZMMjhqVU9ReTZWeHBhYWtFdlpHUW9Bc0FqaDgvWGt6NThkVWNObVZtWnA2dGJuN1JzRWpRaFpQZGJuZjluQzZEY0kySUJGMDRuVHQzN2h1Z1JDbGxMUzB0WGFhN0h1RTlFblRobEpXVlZhaVUrdHd3akMxNzl1dzVvN3NlNFQyeXI3dW9RQ20xRElqVVhZZndMdm4xV2oweG04MFRsRklMRE1PUUxrb2pwZFFPaThWeXMrNDY2cHVzZFBYblNRbTVmb1pobUhYWG9JTzA3dlVnTGk3dWV1RGFWcTFhOGY3Nzc4dXgzVFZZdG13WlM1WXNRU2tWa09kSWx5MU0vWWdINk5tenA0UmNBNlVVbXpadEFzQnV0MytpdVJ3dEpPajF3RENNQndINjlPbWp1NVNBZE9qUUlVNmNPQUZ3WXZmdTNSczFsNk9GQk4zSFhOdjIyTmhZM2VVRXBCMDdkZ0NnbEZwTCtZa2ZBbzRFM2Zla2JkZEkydlp5RW5RZms3WmRMMm5ieTBuUWZVamFkdjJrYlM4blFmY3RhZHMxa3JiOVB5VG9QaVJ0dTE3U3R2K0hCTjFIcEczWFQ5cjIvNUNnKzQ2MDdSb3BwZGk0Y1NNZ2JUdEkwSDFHMm5hOURoMDZSRTVPRGtqYkRralFmVUxhZHYya2JhOUlndTRiMnRyMjQ4ZVBjK0RBZ1Nwdk8zTGtDRHQzN3J6a012YnYzOC9wMHpXZHBjbS9TZHRlbVFUZEIzUzI3YW1wcVdSbloxZWFmdno0Y1pLU2traE9UaVk5UGIzR1pXemV2Sm5ubjMrZWdvSks1M1JvRUtSdHIweCtwdXBsT3R2MjU1NTdqbjM3OXRHeVpVdFdyQ2cvenVQQ2hRczVlUEFncjczMkd0T21UU000T0poWnMyYng4c3N2MDZGRGh5cVg4OUJERDFGY1hNeUNCUXQ0NXBsbjZ2TXBlSVcwN1pYSkZ0Mzc3Z1k5YmZzenp6eERWRlFVNzcvL1Bnc1hMbVRod29WOC9mWFh6Sm8xaTcvOTdXOTA3dHlaVHAwNmtaQ1F3QXN2dk1BUFAveFE3YkxHang5UFptWW11M2J0cXNkblVIZlN0bGROdHVoZVpoakdXTkRUdG1kbFpkRzFhMWYyNzk5UGh3NGQrUHZmLzg1dnYvMUcrL2J0ZWZQTk55dk1lODg5OXpCLy9ueEdqeDdOMEtGREt5MnJ1TGlZNHVKaVB2cm9JOHhtYzdWdld0bloyU1FuSjVPVmxZWFZhdVdhYTY1aDRzU0oxWFlMdmladGU5VWs2RjZrZTdROU16T1QyTmhZWnMrZXphSkZpeGc3ZGl5UmtaRTBiZHEweXZtYk5XdkdIWGZjVWVWdDI3WnRvM1BuemhRV0ZySjkrM1p1dWVXV0t1ZmJzMmNQWGJ0MlpmVG8wZGhzTnQ1OTkxM216WnZIM0xsenZmYThha1BhOXFwSjBMMUxXOXNPc0h2M2JoSVRFNTNYcjc3NmFpWk1tT0FNZWtsSkNRc1hMdVN4eHg1andZSUZMRjY4bU1HREIxZGFqbEtLTDcvOGtydnV1b3Vnb0NCV3JGaEJyMTY5cW54T0NRa0pGYTdIeDhjemQrNWNpb3VMYWQ2OHVaZWZZYzFjMjNhYnpiYTRYaC9jejBuUXZVdnJUaktIRHg5bTJyUnA1T2ZuTTM3OGVNYU9IUXZBL1BuekFaZ3dZUUlBTnB1dHh1WHMyTEdEMzM3N2piNTkreEljSE16eTVjdlpzbVVMdlh2M3JqUnZmbjQrNjlhdEl5c3JpOXpjWEU2ZVBBbUExV3F0OTZDN3RPMDVHUmtaMzlicmcvczVDYnFYbU0zbTdzQWZkTzRrczNKbCtUa1J4NDhmejZKRml3QklUazVteG93WmJpK2p0TFNVRHovOGtQajRlSm8xYXdiQS9mZmZ6NGNmZmtqUG5qMHJoTmRxdGZMMDAwOFRIUjNONE1HRGlZcUs0dWpSb3lRbEpYbnhXYm5QcFczL0FtbmJLNUJSZHk5UlN2blZ2dTA1T1RrY1AzNGNnTmRmZjUzWFgzL2RyZnM1amxKN3p6MzNPS2YxNjllUE5tM2FzSERod2dyejd0MjdsN3k4UFA3eWw3OXd3dzAzRUJNVFExNWVudmVlUkMxSTIxNHpDYnIzYU4rMy9aVlhYbUhxMUtrVUZCUXdkKzVjOXU3ZEM4Q01HVFBjMnFxdldyV0tiNy85bHNjZmY1eVFrQkRuZE1Nd21ESmxDai8rK0NOTGx5NTFUbS9WcWhWUXZwUE9rU05IMkxScEUydlhydlh5czNLUHRPMDFrNkI3Z2RsczdtNFlodGEySFdEU3BFbk1ueitmc0xBd2twS1M2TnUzTDFCNWkzN3hsbGtweFNlZmZNSkhIMzNFdEduVHVPYWFheW90T3lZbWhpbFRwckJzMlRJV0xseElTVWtKTVRFeGpCczNqczJiTi9Qa2swK3liZHMyN3J2dlB0OCt5V3BJMjE0eitZenVCVXFwZU1Nd3RMZnRZV0ZoVlU2MzJXeVVsSlJnTXBsUVNuSDQ4R0ZzTmh1aG9hRUFmUHp4eDZ4ZHU1YW5ubnFLbTI2NnFkcmwzM0xMTFV5ZE9wVzMzMzZiRmkxYU1HYk1HSVlORzhhd1ljTXF6T2Q0ZzZrdjByWmZtZ1RkTzdTMzdkVUpDUW5oN2JmZkpqczdtLzc5KzJNWUJ1Kzk5eDVGUlVYRXg4Y0Q1VitSOWV2WGozYnQybDF5ZVgzNjlLRmp4NDVFUjBmN3VuUzNTZHQrYWZwSGpScTRDNlB0dStWMFMvcTRuRzdwZll2RjhvanVldnlSZkVhdkkzOGJiUTgwMHJhN1I0SmVkMzdidGdjQ2FkdmRJNS9SNjhBZmRwSUpkTEp2dTN0a2kxNEgwcmJyZFZIYkxqOUpyWUVFdlc2a2JkZEkybmIzU2V2dUlXbmI5Wk8yM1gyeVJmZVF0TzE2dWJidGhtRkkyMzRKRW5UUFNkdXVrV3ZibnBhV0ptMzdKVWpyN2dGcDIvV1R0cjEyWkl2dUFXbmI5WksydmZaa0xmVkFYRnpjcjRaaC9FRjNIWUtjdExTMGFHU0xma25TdW52bWpPNENBcDFTU2dFZklDRVhvdmJNWnJNeW04MFNua1pHUHFNTEVRQWs2RUlFQUFtNkVBRkFnaTVFQUpDdjF3SmNYRnhjZjJDUTQ3cGhHRThBS0tYbXVNeTJ6V0t4ckt6djJvVDN5TmRyb3N3UmJsZXUwMncyVytMRnQ0dUdSVnIzQUdleFdMWXFwVTdYTUV0QldWblpGL1ZXa1BBSkNib29BNWJXY1B2WG1abVoxdm9xUnZpR0JGMEFwRlIzZzFKcWVYMFdJbnhEZ2k0b0xDemNEQlJjUEYwcFZYVG16Sm5QTkpRa3ZFeUNMc2pPemo2dmxGcHg4WFRETURZY1BIaXdSRWROd3JzazZBSUFwVlNscjgvc2RydDhwZFpJU05BRkFIbDVlUnVCSXBkSjUwcExTeVhvallRRVhRQncvUGp4WXNEMTgvaW16TXpNczdycUVkNGxRUmRPZHJ2ZDlYTzZETUkxSWhKMDRYVHUzTGx2Z0JLbGxMVzB0SFNaN25xRTkwalFoVk5XVmxhaFV1cHp3ekMyN05telI0NmkwNGpJdnU2aUFxWFVNaUJTZHgzQ3U0SjBGeUQ4dzlWWFg5MjBVNmRPOXdHekRNTklqSXlNekRHWlRGbUZoWVdsdW1zVGRTYy9VdzF3M2JwMXV5STRPSGk4WVJoUFVubExmZ3A0bzZ5czdGOFpHUmw1R3NvVFhpSkJEMUJ4Y1hFZERNT1lERHdHTkFkbzM3NDlnd2NQSmlRa2hMVnIxN0p2M3o3SDdDVktxZmVVVW0rbHA2ZnYxVld6OEp3RVBjQjA3OTdkSEJ3Yy9MaFM2bjdETUV3QXNiR3gzSFBQUGNURnhUbFBTS0dVSWpNems1U1VGTkxUMHgzVDdFQ0tZUmh6MHRMU3RtdDdFcUxXSk9pQndXUTJtd2NDVHdGM0FBUUhCM1BUVFRjeGZQaHdPbmJzV09PZGp4dzVRa3BLQ3Q5Ly96MmxwZVVmMlpWUzN4dUc4V3BhV3RvWGdOM0g5WXM2a3FBM1lsZGZmWFhUOFBEd0VVcXBadzNENkFyUXJGa3ordlhyUjBKQ0FtM2F0S25WOG43Ly9YYysrK3d6Tm16WXdObXp6cDNtOWltbFhzbk56VTIrc0hlZDhFTVM5RWFvcWdHMjhQQncvdlNuUHpGa3lCQ2FOMjllcCtXWGxKU3dmdjE2VWxOVHljdHpqdEhKd0owZms2QTNJdFVOc0EwZE9wVGJiNytkb0NEdmZwdHFzOW5ZdW5VcmE5YXNrWUU3UHlkQmJ3VGNIV0R6RlJtNDgzOFM5SWFyVGdOc3ZpSURkLzVKZ3Q3QWVIdUF6VmRrNE02L1NOQWJDRjhQc1BtS0ROejVCd202bjZ2dkFUWmZrWUU3dlNUb2ZrcjNBSnV2eU1DZEhnMXpiV204L0hLQXpWZGs0SzcrU05EOVFFTVpZUE1WR2JqelBRbTZSZzExZ00xWFpPRE9keVRvR2pTV0FUWmZrWUU3NzVPZzE2UEdPc0RtS3pKdzV6MnladmxlUUEydytZb00zTldOQk4xSEd0c0FXMWxaR1NhVENaTko3NEdEWmVET013RWQ5TGk0dVA1QW1jVmkyVXI1ZWNMcnJERU5zT1hrNUpDZW5vN0ZZbUhQbmowc1dMQ0FWcTFhVlpobjY5YXRMRnUyakp5Y0hLNjg4a3BHamh4Sm56NTlhajFQYmNuQVhlMEU5S2hQVkZUVUpNTXczbzJNakp3Y0ZSVjFkVlJVMVBtV0xWc2VPMzM2dEsyMnk0cUxpK3NRSFIzOVFsQlFVTEpoR0VPQWx1M2J0K2VCQng1Z3lwUXB4TWJHRWhJUzRvTm40VHRqeDQ3bDJMRmpORzNhbEdQSGpoRWZIMC9UcGsyZHQrL2F0WXQvL3ZPZkRCOCtuREZqeGdEd3dRY2ZjTjExMTNIVlZWZTVQWThuZ29PRDZkS2xDNE1HRFNJbUpvYVRKMDl5NXN5WjVrQi9rOGswSlRJeU1pSXlNakk3SnlmbnRPZXZRT01oeDNVSERNTUlCeDRGSGcwTEN5dUlpNHRib1pSYW1aZVh0L0ZTcmFEckFCc1hUb2poVHdOc2RydWRreWRQRWhFUlVldjd2dlBPTzBSRVJHQ3hXTWpJeUtoMCs1SWxTK2pmdno5RGhnd0J5cjg1eU16TVpNMmFOY1RHeHJvOVQxMEVCUVhScDA4ZmV2ZnU3VHB3MTlRd2pDbkFwTGk0T0JtNFE0SmVsVERETU1ZYmhqRStNakt5S0RJeThqTzczYjdpM0xsejMyUmxaUlZlbUtmU0FGdElTSWhQQjlpeXM3TkpUazRtS3lzTHE5WEtOZGRjdzhTSkUrblFvVU8xOTdGWUxQejczLyttYjkrK0pDWW0xdm94YTNwektDd3NaTisrZmR4Ly8vMFZwdmZzMlpOUFAvM1U3WG04eFRBTVltTmppWTJOZFIyNE01V1dsbzRBUnNURnhRWDB3RjJERG5xUEhqM3VOUXpqNWpvc291OGxibThCUEdBeW1SNW8wYUpGU1Z4YzNPZEtxV1VtazJrSzBCdnFiNEJ0ejU0OWRPM2FsZEdqUjJPejJYajMzWGVaTjI4ZWMrZk9yVFR2a1NOSCtPQ0REOGpKeWVHKysrNmpkKy9lRlc0Zk5XcFV0WSt6ZE9sU3QrbzVjZUlFQUZGUlVSV21SMFpHY3Zic1dVcEtTdHlheC9XamdMZTBhOWVPcVZPbjh0QkREN2tPM1AwL1lIVmNYTnlQaG1HWUtROTdHVkNtbENvRHlnekRjRjQzRE1QNXIrdTBDNWR0Ris1YmV2RTAxL2tkeXpjTW84eHV0NmVucDZkLzZQVW42NllHSFhTVHliU1krbnNPUVVBTWNLM2Rici9NTWZvY0ZCVEVGVmRjUVhDd2I4dElTRWlvY0QwK1BwNjVjK2RTWEZ6c0hPREx6ODhuT1RtWlhidDJNWHo0Y0FZT0hGamx6amR2dlBGR25lczVkKzRjQUUyYU5La3czWEhkYXJXNk5ZOHZndTdnK0wrNTZEVm9Udm4vWlJBUUFsVDZlT1c0N2pxOXVzdlZUYnY0dXNsa3NnRVNkQTg1Nm4vWmt6c3JwZTQwRE9QLzFUQkxDZkNqVXVvbnBkU3k5UFQwalJlbUovWG8wZU0rd3pDbW56MTc5b2JGaXhlemZQbHlCZ3dZd0pBaFE0aU9qdmFrbkJybDUrZXpidDA2c3JLeXlNM041ZVRKazBCNVdCeEJuejU5T3MyYU5TTXBLWW53OFBCcWx4VVRFMVBuZWh3RGk0N3Z0QjNPbno4UFFOT21UZDJheHhmeTh2SklUVTBsTlRVVnE5WHFtTHhIS1RYUFlyRjhDTmg3OXV3Wm5KdWJHOXlpUll2ZzBORFE0T0RnNEdDVHlSUjgvdno1WUpQSjVQd3JMUzBOTnBsTXdZWmhPUDlzTmx1d1lSakJKcE1weUhIWk1JeGdJTmd3akdDNzNlNjhmR0g2VzJnZStHN29RUWNnTFMzdHZ6MjVYMXhjM0dYQXhVRXZCcmJiN2ZhVlo4K2UvVGc3Tzd1Z2lydmEwOVBURndPTGUvVG8wYzlrTWoxanRWb0hwcWFtbWxKVFUrblZxeGZ4OGZGMDd0elpLNE54VnF1VnA1OSttdWpvYUFZUEhreFVWQlJIang0bEtTbXB3bnh2dlBFR0tTa3BQUEhFRTl4eHh4ME1HemFzMHRkaEFDTkdqS2oyc1Zhc1dGSHRiYTVhdDI0TlVHbWc3K1RKazRTSGh4TWFHdXJXUE42aWxHTC8vdjJzWHIyYXpaczNPNmJaRGNQWUJMeVdscGEyem5YK1hidDJsUUwxY2w0NXM5bjhWbjA4VGswYVJkRHJTaWwxMWpDTXJjQlN3ekNXN3RxMXkrMmRMaTVzNVRkMjY5YXRTM0J3OEhPR1lkeTdmZnYycHR1M2IrZS8vdXUvU0VoSW9HZlBublhhZjMzdjNyM2s1ZVV4YytaTTUrZmR0TFMwU3ZPMWF0V0s4ZVBIazVDUXdNcVZLNWs4ZVRLMzNYWWJ3NGNQNThvcnIzVE9OMy8rZkk5cmNZaUlpS0JObXpiczNMbXp3dWo1enAwNzZkR2poOXZ6MUpYZGJtZjM3dDE4K3Vtbi9QVFRUd0FvcGM0Ymh2R1pVdXBWaThXUzdwVUhhdUFDT3VoS0tRc3cybXExcnN6TXpMUmU4ZzQxMkxObnp5L0EyTzdkdXo4WkhCdzhBeGlYbFpYVit0VlhYeVVpSW9MaHc0ZHoyMjIzZWRTdU9yYktxYW1wREJ3NGtQMzc5N04yN2RwcTU3L2lpaXQ0NUpGSFNFaElZTVdLRlh6MzNYY01IejdjZWJ1N3JidGpNTzNNbWZKVHBlZmw1WEh1M0Rubm0wMWlZaUtMRmkwaUppYUdMbDI2c0huelpyS3pzNWs0Y2FKekdlN000d21yMWNyMzMzOVBTa29LUjQ4ZWRVek9WMHI5cjgxbWV5MGpJK05vVGZjUE5BMTZ6eml6MmF3QTB0TFMvTzU1UkVkSE40K0lpSGdVbUdRWVJrZUFsaTFiY3ZmZGR6Tmd3SUFxVytxYXJGbXpocFNVRklxTGk0bUxpK09XVzI1aC92ejVMRnEwNkpMTFVrcDU5QkdpdXEva1VsSlNuSmMvKyt3elB2Lzhjd29MQytuWXNTTVBQL3d3WGJwMHFUQy9PL080cTdDd2tBMGJOdkRaWjUrUm41OFBnRkxxcUdFWS8xOVJVZEdiTGwrQitnMS9XRS85TGlDMTRROHZvQnRNam9FN3d6QnVnUEtCTEY4TzNEVkdiZ3l3MVhwdnh2cmlEK3VwUHdma2t2emhCYXdOeDhDZFVtcWc0MmVxM2g2NGEweHFPOERtci94aFBXM1FhNVkvdklDZWNCMjRBNW9DWGh1NGF3eHFHbUN6MisydnBqdCtuTjVBK01ONjJxQUNjakYvZUFIcm9udjM3bGM1QnU2QTFrQ2RCKzRhc3NZNndPWVA2Mm1ERElpRFA3eUEzdUR0Z2J1R3BpRU9zTldHUDZ5bkRUb2cvdkFDZWxsQURkdzE1QUcyMnZDSDliUkJCOFFmWGtCZmFhd0RkNDFsZ0swMi9HRTliWmhyeXdYKzhBTDZXbU1adUd0c0EyeTE0US9yYVlNT2lEKzhnUFdsb1E3Y05kWUJ0dHJ3aC9XMFFRZkVIMTdBK3RaUUJ1NGErd0JiYmZqRGV0cWdBK0lQTDZCR2ZqbHdGeWdEYkxYaEQrdHBndzZJUDd5QS9rRDN3RjBnRHJEVmhqK3NwdzA2SVA3d0F2cVQraDY0QytRQnR0cndoL1cwUVFmRUgxNUFmK1RyZ1RzWllLc2RmMWhQRzNSQS9PRUY5R2ZlSHJpVEFUYlArTU42MnFBRDRnOHZZQU5ScDRFN0dXQ3JHMzlZVHh0MFFQemhCV3hvM0IyNGt3RTI3L0dIOWJSQkI4UWZYc0NHcXJxQnUzdnV1WWZnNEdCV3JWb2xBMnhlNGcvcmFZTU9pRCs4Z0ExZFZRTjNMbVNBelF2OFlUME42SU5EQ3JodzF0RVowZEhSTXlNaUloNDFET014eWs5c3NGQUcyQm9QdlNlN0ZuN2orUEhqeFJhTFpRN1FDV2lYbHBiMmR3bDU0eUZCRnlJQVNOQ0ZDQUFTZENFQ2dBUmRpQUFnUVJjaUFFalFoUWdBOGoxNkk2U1VNb0JRb0FubDM0bTcvWVkrWU1BQXh6S3V2TVNzVmJGVGZpcmk4NERWTUF6bHdUS0VEMGpRRzZjUTRFcWc3WVYvM1Q0UnVkbHNkbHpzNDhIaldvR1R3RkVnNzhKMTRRY2s2STFURThwRHZxMjJkM3p0dGRjY0YxZlU0ZkZ2QWZLUm9Qc04rWXplT0lWU3ZpWFhwVlpkaFBBOUNYcmpaRUp2MEpvZzY1WmZrZitNQUZaY1hNeTZkZVUvSzkrL2Y3L3JRU1dxZE83Y09XYlBuczN2di85ZUgrVUpMNUtnQjdEOC9IeGVmUEZGQUZhdlhzMklFU1BZdHEzNmovWE5talhqMkxGanZQTEtLL1ZWb3ZBU0NYcUFzTmxzbGY1Q1FrS3cyKzJVbFpVeFpjb1VubmppQ1E0ZE9vVGRiZ2ZLdC9nWC8wMmVQQm1yMVVwQlFVR2wyMHBMU3pVL1MxRWRHWFVQQUtkT25lTE9PKytzOXZhYmI3NjV3dlgzMzMrZnI3NzZpdDY5ZTFkN245dHZ2NzNTdFB2dnY1OG5uM3pTODBLRnowalFBOGl1WGJzcVhMZmI3ZHg0NDQxczJMQ0J5eSsvdk5MOE8zYnNBT0RreVpOY2VXWFZnL2c1T1RtVWxaWFJ0bTNiQm51RzEwQWdyWHNBTTVsTU5HL2VuTUxDOHVOTG5ENTltazgrK1lTeXNqSUFnb0tDMkx0M0w4T0hENmVvcUlpZ29LQktmOG5KeVR6NzdMTUVCUVZoTXNucTVLL2tmeWFBOU96WnM4S2YxV3JsaWl1dTROU3BVd0I4L1BISHJGKy9udURnL3pSNlhicDBvVzNidHF4ZXZiclM4dXgyTzE5OTlSVjMzMzEzdlQwSDRSa0plZ0FvS3lzak9EaVlYYnQyc1d2WExyNzU1aHRNSmhPaG9hRkVSVVZ4NU1nUlRwNDh5ZkxseTVrMGFWS2wreWNrSkxCczJUS1VxcmpyK3JadDJ5Z29LR0R3NE1IMTlWU0VoeVRvQWVEczJiT0VoWVU1cjVlVWxOQzhlWE1BcnJubUdyS3lzcGcxYXhhMzNucHJwWUU1Z01HREI1T1hsOGNQUC94UVlmcXFWYXNZT0hCZ2hXVUwveVJCRHdBNU9UbEVSa1k2cnhjV0Z0S3laVXVnL0Vjc0sxZXVKRHM3bTJlZmZSWW8zekhHVlZoWUdMMTc5eVlsSmNVNUxUYzNsNDBiTjNMZmZmZlZ3ek1RZFNWQkR3Qjc5KzdsMm11dnBiQ3dFSnZOUmxwYUdsRlJVUUFFQndkei92eDVKazJhNUJ4NXYrdXV1OGpOemEyd2pMdnV1b3VEQnc5aXM1V2ZmV25Ka2lWMDY5YU5ybDI3MXUrVEVSNlJyOWNDd05hdFc0bVBqK2ZsbDE5bTQ4YU50R3paa3RtelozUDA2RnYvNC9JQUFCanhTVVJCVkZGbXo1NU5uejU5V0xWcUZVT0dEQ0V2THcrcjFVcnIxcTJkby9FQU45eHdBemZlZUNQRnhjVVVGUld4WXNVS25udnV1UXJ6QUZ4MjJXWDEvZlNFR3lUb2pWeFdWaGEvL1BJTDgrYk5ZL0Rnd1pTV2xoSWFHc3JSbzBmNTYxLy95cmh4NHhneFlnUVBQdmdnOCtiTm8wMmJOblR1M0ptZmZ2cUpQLy81enpVdSs0VVhYcWcwN2VMdjZvVi9rS0EzY2ovLy9ETVBQUEFBTFZxMEFLQkpreVpBK1hmbUkwZU81SUVISGdEZ25YZmU0Yi8vKzc5WnRXb1Z6ejc3TEQxNjlBaTQwTmJseUR3MXFlTlJlMnJpOWhGOUpPaU5YRUpDZ3ZOenRhdnJyNytlNjYrLzNubTlkZXZXdlBubW0vVlptai95K01nOE5hbmpVWHRxNHZZUmZTVG9qWk1kbC8vMG9LQ2crbjc4OHhkcWFHZzhQakpQVGJ4MDFKNmFYUEtJUGpMcTNqZzUzdWwxT1VuRFBJeVU3aVB6ZU9xUzNZZHMwUnVuODVTM2M3ZFF2aEkwcVdubWhRc1hqdHkvZi8rOVZkMFdHUm41OWZUcDB4Zlc0bkVkcmVSNTk4djFHN3FQek9PcFN4N1JSNExlT0pWU0hyZ0MzQmhVeXNySytqMGpJNlBLb0hmcTFHa0JzTVhOeDNVZEhKSWZwMStrdUxpWTc3NzdqcnZ1dW92OSsvZlR0bTFiUWtPcmYxODVkKzRjYytiTVlmTGt5YlJxMWFwT2o5MmdmMWZvRHllWWJ5UU1zOWw4RUdqdk9sRXBsV3V4V0tLQWdEZysrNFZSOFQ1YytDeDk4VDRDN3FocFA0SVRKMDV3OTkxMzgrT1BQekp2M2p3MmJOakFzODgreXkyMzNGTHRmUjU5OUZIQ3dzSklTa3FxNldIdkJUWVpobEh0eHpYWm9nc0FwWlQ2eERDTVoxMG5Hb2FSU29DRS9HSTJtNDErL2ZyVituNk9yeVNyK3FiajRpUDZ4TVhGY2VqUUlXNisrV1pNSmhQRnhjV1Y3ak41OG1UKzlhOS9VVkJRVU9GWGhZN2xoWVNFdUZXWEJGMEFZQmpHYXVEWml5WXYxVkdMUHdnS0NxcHlQd0tyMWNxWU1XT0lqWTNscFpkZXF2SysvbmhFSHdtNkFDQXRMVzJIMld6T0FSeS9mam1WbHBiMmxjNmEvTkg4K2ZNNWYvNjhXd0h6cHlQNnlOZHJ3c0Z1dDl1VEhWZVVVdXVCeXYxbkFGdTllalhMbGkwakppYUc1czJiTzQvRTR5NmRSL1NSb0Fzbms4bjBxZU95VW1xWnpscjh6WGZmZmNjcnI3ekMxS2xUK2VHSEh6aDkralJEaHc1bDhlTEZ6cVBtWGt5TzZPTWxack5aT1ViZWhWY0V4OFhGblRLYnpiOVQvclZjUUZGS1hhbVVHcTR1c21yVkt0V3JWeS8xK2VlZnF3TUhEaWl6MmF5VVVtcmp4bzNxemp2dlZQZmZmNy82NVpkZm5QUG41T1NvbTI2NnlYbjl6Smt6Nm9ZYmJsQktLZlhYdi81VnJWbXpSdVhsNWFuYmJydE5iZCsrL2VLSFU4bkp5V3JZc0dIS2JyZFhtTDVseXhiVnExY3ZsWitmZi9GZFJseHFQM3Jab2d0WFpZWmhKQ3VsdmtLK0I2ZTB0SlQ1OCtmenlpdXY4RC8vOHo4TUdUS2t3dTE5Ky9abCtmTGxkT2pRZ1FjZmZKQjMzbm1IMHRKU3Z6eWlqd1JkVktDVStsVGFkamgyN0JnUFB2Z2c2OWF0NDczMzNtUGd3SUZWemhjV0ZzWXJyN3pDekpreitlcXJyemg3OXF4Zkh0RkhSdDNyaWRsc25xQ1VXbUFZaHQrL3VScUc0ZnFMcTBaRktiWERZckZVM294ZXBIWHIxdHg4ODgzOCtjOS9kbXNMT21USUVBWU5Hb1RKWktwd1JKL216WnU3ZFVTZlpjdVdFUkVSNFZ6ZVhYZmR4Y0tGQzdIWmJBUUZCZFg1aUQ0UzlQcnpaRU1JZVdObkdJWmI3MkJObXpabCt2VHB0VnEyWXhUY0g0L29JMEd2QjNGeGNkY0QxN1pxMVlyMzMzOWZ6bWlpd2JKbHkxaXlaQWxLcVE5OStUaitla1FmQ1hyOWlJZnlyMXNrNVBWUEtjV21UWnNBc052dG4vanlzZnoxaUQ0UzlIcGdHTWFEQUgzNmVQc0FJOElkaHc0ZDRzU0pFd0FuZHUvZXZiRXV5N3I2NnF0ckRLUy9IdEZIUGpQNm1HdmJIaHNicTd1Y2dPVFl0VlFwdFphYWY2UlQ0Y2c4bnZMSEkvcEkwSDFQMm5hTmF0bTI2ejR5ajZjdWVVUWZhZDE5VE5wMnZXclp0dGZxeUR6dWV2cnBwNWNESkNVbFZYbHdqenB3KzRnK0VuUWZrclpkdjFxMDdWRExJL080eStVei9TWnZMTStGMjBmMGthRDdsclR0R3RWMnRQM0NjZEhQNCtYajNUbDJQcXJwQ0RDK0pwL1JmVWphZHIyOE9kcmUwRW5RZlVUYWR2MXEyYlkzYWhKMDM1RzJYU09sRkJzM2JnUjh2NU5NUXlCQjl4RnAyL1U2ZE9nUU9UazVJRzA3SUVIM0NaMXQrL0hqeHpsdzRFQ1Z0eDA1Y29TZE8zZTZ2YXlQUHZxSWdvSUNiNVZXcjZSdHIwaUM3aHZhMnZiVTFGU3lzN01yVFQ5Ky9EaEpTVWtrSnllVG5wNWU2ZmJEaHc5WE9nYmFwNTkrV3VIWFVqYWJqY09IRDZPVWYrZEcydmJLSk9nK29LdHRmKzY1NS9qeXl5OVpzbVFKRXlaTVlNS0VDUUFjUEhpUTJiTm44N2UvL1kxSmt5WXhmLzU4RGgwNlZPRyswNlpOSXpjM3Q4YmxuenAxaW1uVHB0WDZvSWoxVGRyMnl1UjdkQy9UMmJZLzg4d3p2UFRTUzh5Yk44ODU3ZXV2dnlZNU9aa1pNMmJRdVhObm9QeUhGeSs4OEFLVEowK3U4bEJHRFoyMDdaVkowTDN2YnREVHRtZGxaZEcxYTFmMjc5OVBodzRkK1B2Zi84NXZ2LzFHKy9idEsvMVM2cDU3N21IKy9QbU1IajJhb1VPSGV2eVkyZG5aSkNjbms1V1ZoZFZxNVpwcnJtSGl4SWwwNk5DaHJrL0hJOUsyVjAyQzdtV0dZWXdGUGFQdG1abVp4TWJHTW52MmJCWXRXc1RZc1dPSmpJeWthZE9tVmM3ZnJGa3o3cmpqRHVmMTgrZlBVMUpTVW1FZTEybm56MWZlWVd6UG5qMTA3ZHFWMGFOSFk3UFplUGZkZDVrM2J4NXo1ODcxNGpOem43VHRWWk9nZTVIdW5XUjI3OTVOWW1LaTgvclZWMS9OaEFrVG5FRXZLU2xoNGNLRlBQYllZeXhZc0lERml4Y3plUEJnNS94Vm5YM2tVbWNrU1VoSXFIQTlQajZldVhQblVseGM3RHp5YVgyU3RyMXFFblR2MHRhMlEvbkkrYlJwMDhqUHoyZjgrUEdNSFRzV0tEK05FT0Fjbkt2cXdBaXVSeHgxU0V4TTVLMjMzaUltSmdZb1AveHhWbFpXaFJNTzVPZm5zMjdkT3JLeXNzak56ZVhreWZMZHVhMVdhNzBIM2JWdHQ5bHNpK3Yxd2YyY2pMcDdsOWFkWkZhdVhNbWlSWXU0L1BMTFdiUm9rZk5zb0RObXpHREdqQmsxM2pjeE1aRmp4NDdWT0U5SVNBZ3Z2ZlFTeDQ4ZkI4ckQvUFRUVDVPVmxjWGd3WU41N3JubmVPS0pKN3p5WER6aDByYm5aR1JrZkt1dEVEOGtXM1F2TVp2TjNZRS8rTXUrN1RrNU9jNVRCYjMrK3V2QWY3Ym8zckozNzE3eTh2S1lPWE9tODNER2FXbHBYbjJNMm5CcDI3OUEydllLSk9oZW9wU0tOd3hENjc3dHI3enlDams1T1JRVUZEQjM3bHpuNSs5TGJjMDkxYXBWSzZCOEo1MkJBd2V5Zi85KzFxNWQ2NVBIdWhScDIyc21yYnYzYU4rMzNiRXpURmhZR0VsSlNmVHQyeGNvMzZJN3R1b0FDeGN1OU1yanhjVEVNRzdjT0RadjNzeVRUejdKdG0zYlBENlRTRjFKMjE0ejJhSjdnYiswN2RXZFVjUm1zMUZTVW9MSlpFSXB4ZUhEaDdIWmJJU0dobGFZYjhxVUtaWHVXOVUwVjhPR0RXUFlzR0VWcGpuZVlPcVR0TzAxazZCN2dUKzA3ZFVKQ1FuaDdiZmZKanM3bS83OSsyTVlCdSs5OXg1RlJVWEV4OGM3NTF1NmRLbGJ5MXUvZnIzelZFTCtRdHIyUzVPZ2U0ZjJ0dDNWb2tXTG5KZmZmdnZ0U3JmUG5qMjcwclNRRVBmT2tseVh2ZWg4UmRyMlM1T2cxNUcvdE8yQlROcjJTNVBCdURwU1NzbVJaRFNTdHQwOUV2UzY4NnUyUGRCSTIrNGVhZDNyUU5wMi9XVGZkdmZJRnIwT3BHM1g2NksyWFg2U1dnTUpldDFJMjY2UnRPM3VrOWJkUTlLMjZ5ZHR1L3RraSs0aGFkdjFjbTNiRGNPUXR2MFNKT2llazdaZEk5ZTJQUzB0VGRyMlM1RFczUVBTdHVzbmJYdnR5QmJkQTlLMjZ5VnRlKzNKRnQwekR3Sjg4ODAzZlBQTk43cHJDV1RTdHJ0Smd1NlpNN29MQ0hTcS9IUXhIeUJ0dTFzazZCNndXQ3lONzZ3SEY1ak5aZ1dRbHBZbW4wa2FFZm1NTGtRQWtLQUxFUUFrNkVJRUFBbTZFQUZBQnVNQ1hGeGMzRmpncVNxbS8rUzRySlQ2TUQwOS9mV0w1eEVOaHdROXdKV1ZsVmxDUWtLdXUzaTZZUml1MDdiVVkwbkNCNlIxRDNCNzl1elpBMlJYZDd0UzZxakZZdGxXanlVSkg1Q2dDNEJxZHlNMURFUFBxVmVFVjBuUUJjQ2E2bTZ3Mld4TDZyTVE0UnNTZEVGYStaa1JEMTg4WFNtVnUzdjM3bzMxWDVId05nbTZnUEpkeHl1MTc0WmhwQ0w3a2pjS0VuUUJnR0VZcTZ1WTdONTVtb1RmazZBTEFOTFMwbllBT1M2VFRxV2xwWDJscXg3aFhSSjA0V0MzMiszSmppdEtxZldBVFdNOXdvc2s2TUxKWkRKOTZyaXNsRnFtc3hiaFhSSjA0WlNXbHJZTk9BWGtwNmVueS9mbmpZanNBaXRjbFFGTGxGSVJRS251WW9UM1NOQkZCVXFwVDVWUzRicnJFTjRsUWZlQTJXeitCcmhEZHgyK1loZ0dack5aZHhrK29aVGEwWmdQQlZZZCtZenVtVVliOHNiT01JeWJkTmVnZzJ6UjZ5QWxKVVYzQ2FJV0VoTVRkWmVnald6UmhRZ0FFblFoQW9BRVhZZ0FJRUVYSWdCSTBJVUlBQkowSVFLQUJGMklBQ0JCRnlJQVNOQ0ZDQUFTZENFQ2dBUmRpQUFnUVJjK1ZWWldodDF1MTExR3dKTWZ0UWl2eThuSklUMDlIWXZGd3A0OWUxaXdZQUd0V3JYU1hWWkFrNkFMcjN2c3NjZUlqSXprcXF1dW9xU2tSSGM1QWdtNjhJRjMzbm1IaUlnSUxCWUxHUmtadXNzUlNOQWJ0T3pzYkpLVGs4bkt5c0pxdFhMTk5kY3djZUpFT25UbzROTmxXU3dXWnMyYXhhSkZpNnBzeVNNaUlqeDZQc0ozR2tYUXUzZnYzdFl3REdVeW1aVEpaRklsSlNYS2NiMjR1Tmc1UFNnb3lQbnYyYk5uN1FCQlFVRXFPRGhZQlFVRnFaQ1FFSldibTZ1Q2c0TlZjSEN3dXZ6eXkrMEF1M2J0VXBTZm1rZ0Jmak95dEdmUEhycDI3Y3JvMGFPeDJXeTgrKzY3ekpzM2o3bHo1enJuR1RWcVZMWDNYN3IwUHlkaWNXZFpvdUZxRkVFUERnNCs0cmlzbEtKSmt5Yk8yOExDd3FxOFQxWFRsVkpjZGRWVkZhNERmbnY4dElTRWhBclg0K1BqbVR0M0xzWEZ4VFJ2M2h5QU45NTR3MnZMRWcxWFF3LzZjdUJXd0FBTXBaUmhHSWJodU82WUJseVlUS1hiTHBxZm1wYmpNczB2NU9mbnMyN2RPckt5c3NqTnplWGt5Wk1BV0sxV1p6aGpZbUs4dGl4SGQrRDR1bXpDaEFuTys3dDJCOEwvTk9pZ3A2V2xqZFR4dUdheldmc1pScTFXSzA4Ly9UVFIwZEVNSGp5WXFLZ29qaDQ5U2xKU1VvWDVSb3dZVWUweVZxeFlVYXRsT2JxRC8vdS8vMlBCZ2dXOC9QTEwxWFpNd3I4MDZLQUhzcjE3OTVLWGw4Zk1tVE9KaW9vQ29QdzA1eFhObnovZmE4dHlkQWQ1ZVhrQVJFVkZ5ZmZqRFlRRXZZRnlCQ3cxTlpXQkF3ZXlmLzkrMXE2dGZCWWxkMXAzZDVmbHJoTW5UZ0J3NXN3Wm9QeU40ZHk1Yzg0M0VWSC9KT2dOVkV4TURPUEdqU01sSllYMTY5Y1RGeGZIZmZmZDU5WVd2SzdMaW91THEvRlExNU1tVGFwdy9abG5uZ0hrOE5nNitjM0FVa1BpK0l3dUsyN0Q0aml1ZTFwYVdyMnU5NDcxcGI0ZjE1WDhxRVdJQUNCQkZ5SUFTTkNGQ0FBU2RDRUNnQVJkaUFBZ1FSY2lBRWpRaFFnQUVuUWhBb0FFWFlnQUlFRVhJZ0JJMElVSUFCSjBJUUtBQkYySUFDQS9VNjBEeDYraGhQQjNza1gzZ0ZKcWgrNGFoTWQrMGwyQURySkY5NERGWXJsWmR3MUMxSVpzMFlVSUFCSjBJUUtBQkYySUFDQkJGeUlBU05DRkNBQVNkQ0VDZ0FSZGlBQWdRUmNpQU1nT002S0NIajE2M0dzWWh1d1ExTWhJMEVVRkpwTnBNYkplK0VLSnpnZVgvMUJ4c1dBQXBkUVR1Z3RwVEpSU2UzUSt2Z1JkVk1saXNieWh1d2JoUFRJWUowUUFrS0FMRVFBazZFSUVBQW02RUFGQWdpNUVBSkNnQ3hFQUpPaENCQUFKdWhBQlFJSXVSQUNRb0FzUkFDVG9RZ1FBQ2JvUUFjRFFYWURRS3k0dXJqOHd5SEhkTUl3bkFKUlNjMXhtMjJheFdGYldkMjNDZStUWGE2TE1FVzVYcnROc05wdWNaSzZCazlZOXdGa3NscTFLcWRNMXpGSlFWbGIyUmIwVkpIeENnaTdLZ0tVMTNQNTFabWFtdGI2S0ViNGhRUmNBS2RYZG9KUmFYcCtGQ04rUW9Bc0tDd3MzQXdVWFQxZEtGWjA1YytZekRTVUpMNU9nQzdLenM4OHJwVlpjUE4wd2pBMEhEeDdVZWxCRDRSMFNkQUdBVXFyUzEyZDJ1MTIrVW1za0pPZ0NnTHk4dkkxQWtjdWtjNldscFJMMFJrS0NMZ0E0ZnZ4NE1lRDZlWHhUWm1ibVdWMzFDTytTb0FzbnU5M3UramxkQnVFYUVRbTZjRHAzN3R3M1FJbFN5bHBhV3JwTWR6M0NleVRvd2lrcks2dFFLZlc1WVJoYjl1elpjMFozUGNKN1pGOTNVWUZTYWhrUXFic080VjN5NnpYZkNRSDZBME9BM2tCN29CVisvcG9IQlFWaEdBWmxaV1c2UzdrVUJlUURSNEV0d0ZwZ1BTQzc2NHA2WVFBamdVT1VyNHp5VjM5L0o0Q0g4UE0zVXgza0JmR3V5NEgzZ0hzQi92akhQekpreUJCdXZmVldPbmJzU0ZoWUdDYVRESXQ0ZzFLS2dvSUNEaDA2eExadDIvamlpeS9JeU1odzNMd09HQU9jMGxlaGY1R2dlMDg0NVN2WWpSRVJFY3ljT1pQQmd3ZnJyaW1nZlB2dHQ3ejAwa3NjT1hJRTRHZmdEaUJYYjFYK1FZTHVIVTJCTDRIZWNYRnh2UC8rKzRTSGgrdXVLU0FWRkJUdzZLT1BzblhyVmdBTGNCdFFyTGNxL1lKMEY5Qkl6QUZHZHV2V2pTVkxsaEFXRnFhN25vRFZwRWtUaGc0ZHlzNmRPemw2OUdnVTBKRWFmb1liS0dTTFhuZDlnRTNoNGVHa3BxWVNFUkdodXg0Qm5ENTlta0dEQnBHYm13c1FENnpXWEpKV01qSlVOMEhBZklDWk0yZEt5UDFJZUhnNFNVbEpqcXV2RStEN2pFalE2MllZME1Oc05oTWZINis3Rm5HUmZ2MzYwYTlmUDRET3dIaTkxZWdsUWErYnB3Q21UWnVtdXc1UmphbFRwem91VHRaWmgyNFNkTTlkQjl6U3FWTW5ldmZ1cmJzV1VZMGVQWHB3M1hYWEFYUURidFpjampZU2RNOGxBdlR2M3gvRGtERk5mMlVZQm9tSnpzUFNQNnl4RkswazZKNGJEc2hPTVEzQWJiZmQ1cmpZWDJjZE9rblFQUk1KWE4rbVRSdDY5T2lodXhaeENaMDdkeVk2T2hyZ0Q1VC91Q2pnU05BOTB3TWdOalpXMnZZR3dEQU1ldlhxNWJqYVIyY3R1a2pRUGRNZG9HUEhqcnJyY012cDA2YzVlZkprcGVtbHBhWHMzTG5UN2VWODlORkgyR3cyYjVaV2I3cDA2ZUs0R0pBRGNoSjB6M1NGQ2l1UFgwdE9UaVlscGZKZW9FVkZSZnpqSC85d2V6bWZmdm9wZHJ2ZG02WFZtMDZkT2prdjZxeERsNERlVzZnT09nTmNlKzIxdXV1NHBOemNYSDc4OFVmZWZQTk50Kzh6ZXZUb2FtOTc2S0dIcXB6K3dnc3YwTFZyMTFyWFYxL2F0bTNydU5oT1p4MjZTTkE5RXczUXFsVXIzWFZjMHYvKzcvOHljdVJJV3JSb3dXKy8vY2JFaVJNcnpUTml4QWpuNVI0OWVyQjQ4ZUlxbDVXWW1NaUhIMzVJU0VpSXorcjFsWll0V3pvdXR0RlpoeTRTZE0rMEJ2eitWMm8vL1BBRHAwNmQ0cTY3N3VMamp6OG1PenViRlN2K2MwVG4zMy8vbmZIangxZVk1akJtekpncWx6bHUzTGhLMHo3KytHUHZGZTBqTFZxMGNGeThYR2NkdWtqUVBkTVU0TExMTHROZFI0MDJidHpJd1lNSEdUTm1EQ2FUaVRmZWVNUHQreFlYRjdONDhXS2FObTNxbkphWW1NZ0hIM3pnM0tLWGxwWXlhdFFvcjlmdEN5NUJEOVZaaHk0U2RNOFlnTjkvdFRaOStuU1VVc3lZTVlNUkkwWncxVlZYOGR4enovSHJyNzg2NXpHWlRCVmE5NnEyN28yQnkvK1ZmLytuK1VoQVBta3ZPQXUwMkxsekoyM2ErUGRIdmdVTEZtQXltWmc0Y1NKS0tiZmZuQklURXl0MUxJV0ZoVlZPcTJwRTM5LzgvdnZ2anAyYnpnSE5OWmRUNzJTTDdwblRRSXVDZ2dLL0R2cW1UWnY0K3V1dmlZMk5aY3FVS1NpbGVPMjExM2pra1VlcXZZOWpJSzVuejU0ODlkUlRoSVNFa0orZno0c3Z2a2hoWVNHdFdyVmkxcXhaaElXRlliUFplUFhWVit2cjZkUkpVWkh6L0pHVnpnTWZDQ1RvbmprT3RNdlB6OWRkUjQwaUlpSVlOV29VYmR1MkpTWW1ocWlvS01yS3lpZ3BLYW0wRlM0b0tPRGhoeDkyWG4vKytlY0JPSFhxRkxObXphSlBuejRzWHJ5WUcyKzhrWmt6Wi9MODg4L1RwazBiNTN6Kzd1eFo1L2tpSys4NUZBQmtoeG5QN0FYSXpzN1dYVWVOdW5UcHdxaFJvN2oxMWx0cDI3WXQrL2J0UXlubDl2MS8vZlZYbm43NmFXNjk5VmJuNS9oUm8wWngwMDAzTVdQR0RDd1dpNjlLOTdwang0NDVMaDdWV1ljdXNrWDN6TThBdi96eWkrNDZhdlRUVHorUmtaRkJWbFlXdi83NksrSGg0VzYxMm1WbFphU2twTEI2OVdyKzhwZS8wTGR2M3dxMzMzLy8vVVJIUi9QUGYvNFRzOW5NZmZmZFIweE1qSytlaGxmczM3L2ZlVkZuSGJwSTBEMlRBWERnd0FIZGRkVElZckZ3N3R3NUJnMGF4Qk5QUEVGWVdKanpzMnAxWDR1VmxwYnkrT09QMDZ4Wk0xNTk5VlhYUGNvcTZOdTNMMTI2ZE9GZi8vb1hVNmRPWmM2Y09YVG8wTUZuejZXdVhONlVmOVJaaHk0U2RNK2tBMlJtWnRacUpMdStQZmpnZzVXbWhZU0VjT2VkZDFiYVE2NmtwSVIvLy92ZmhJU0U4T2lqai9MSFAvN3hrczhySWlLQzU1OS9ucU5IajFiN2h1QVBsRkxzMkxIRGNmVTduYlhvNHA5cmFNT1FDWFJkczJZTjNicDEwMTJMcU1HK2Zmdm8zNzgvd0FFQzlFY3RNaGpudVJTQXRXdlg2cTVEWE1LV0xWc2NGemZvckVNbkNicm5WZ0pzMkxDaFZpUFpvbjRwcFZpMWFwWGo2b2M2YTlGSmd1NjVkTUNTbFpYRkR6LzhvTHNXVVkzTXpFelMwdElBc29ETm1zdlJSb0plTjBrQTgrYk4wMTJIcU1iYmI3L3R1TGhBWngyNlNkRHJaaVh3eS9idDIvbnFxNjkwMXlJdXNuMzdkdGF0V3dkd0NIaEhjemxheWFoNzNmMEpXQmNSRVVGcWFxcWNMdGxQRkJRVU1IVG9VQTRmUGd3d0draldYSkpXc2tXdnUvWEFvdHpjWENaT25NajU4K2QxMXhQd3JGWXJqei8rdUNQa254SGdJUWM1UDdxM2ZBME1PbmJzV0ZSNmVqb0RCZ3lnU1pNbXVtc0tTRVZGUlV5ZlBwMHZ2L3dTeWdmZ0JnTld2VlhwSjF0MDd5aW1mSVg2ZWN1V0xRd2RPcFR2di85ZWQwMEJaOWV1WFNRa0pEZytseDhBN2dRSzlWYmxIK1F6dW5lMUJwWUFBd0J1dlBGR1JvNGN5ZlhYWDA5VVZCUXRXN2IwMjkxbEd4cWxGRVZGUmVUazVKQ1JrY0dLRlN0YzMxeS9wL3lVV1RuNktoU05uUUZNQWs0QVN2N3E5ZTgzNEVta1U2MUVOaSsrRXdxTUJPS0I2NEVJNERMa05mY1dSZmtodlU0Q3U0RXZnRStBRXAxRkNTR0VFRUlJSVlRUVFnZ2hoQkJDQ0NHRUVFSUlJWVFRUWdnaGhCQkNDQ0dFRUVJSUlZUVFRZ2doaEJCQ0NDR0VFRUlJSVlRUVFnZ2hoQkJDQ0NHRUVFSUlJWVFRUWdnaGhCQkNOSEwvUDJkQkFKcFF1TlNVQUFBQUFFbEZUa1N1UW1DQyIsCgkiVGhlbWUiIDogIiIsCgkiVHlwZSIgOiAiZmxvdyIsCgkiVmVyc2lvbiIgOiAiNjAiCn0K"/>
    </extobj>
    <extobj name="ECB019B1-382A-4266-B25C-5B523AA43C14-5">
      <extobjdata type="ECB019B1-382A-4266-B25C-5B523AA43C14" data="ewoJIkZpbGVJZCIgOiAiMTUyMzAyMzQzOTIyIiwKCSJHcm91cElkIiA6ICI0NzEyNzM1MzgiLAoJIkltYWdlIiA6ICJpVkJPUncwS0dnb0FBQUFOU1VoRVVnQUFBTDRBQUFHUUNBWUFBQUFRcGRwdkFBQUFDWEJJV1hNQUFBc1RBQUFMRXdFQW1wd1lBQUFnQUVsRVFWUjRuTzJkZVhoVVZaNkczNXVRa0pBUVFrRERyaURRb0d3cEJtVkVFUVMxd2FoamJNZ00waU15dGl5S0xDNk5NZ3BQMitPNGRHeFplMXhBVWFUWkZaVkZvVm1VWFV3Z2RHeEFFQUlFd3BhRUNpRWhsYW96ZjFSWFdka2hwSEp1M2ZxOXo1TW45NTY2eTFkVlg1MzY3cm1uemdGQkVBUkJFQVJCRUFSQkVBUkJFQVJCRUFSQkVBUkJFQVJCRUFSQkVBUkJFQVJCRUFSQkVBUkJFQVJCRUFSQkVBUkJFQVJCRUFSQkVBUkJFQVJCRUFSQkVBUkJFQVJCRUFSQkVBUkJFQVJCRUFSQkVBUkJFQVJCRUFSQkVBUkJFQVJCRUFSQkVBUkJNRDJHYmdGMVFCZ3dBTGdmdUJOb0E4UVNITSs5TGxEQUJlQUVzQVZZRFh3TkZPc1VGY3dZd0ZBZ0UvZWJJMzkxOTNjS2VBd1RWeTZtRlhhTk5BTGVCNFlBZE83Y21mdnZ2NTgrZmZyUXRtMWJZbUppQ0FrSjBhdlFJaWlsc052dFpHWm1zbjM3ZGxhdFdrVjZlcnJuNGJYQWNPQzhQb1VWWTBYangrRit3WHZGeDhjemRlcFVCZzhlckZ0VFVMRng0MFplZWVVVmpoOC9EdkFqY0Rkd1dxK3EwbGpOK0JIQU44Q2RDUWtKekowN2w3aTRPTjJhZ2hLNzNjNllNV1BZdW5VclFCcHdCM0JKcjZwZkNOVXRvSlpKQVlaMjdkcVZSWXNXRVJNVG8xdFAwRksvZm4wU0V4UFp2WHMzSjA2Y2FBNjBCVmJvMXVYQlNqVitYMkJ6WEZ3Y2E5YXNJVDQrWHJjZUFjakp5V0hRb0VHY1BuMGE0Q0hnQzgyU0FMREtGVjRvTUIxZzZ0U3BZbm9URVJjWHh4dHZ2T0ZaZlF1b3AxR09GNnNZL3dHZ2g4MW00NkdISHRLdFJTaER2Mzc5Nk5ldkgwQkhZS1JlTlc2c1l2d1hBQ1pNbUtCYmgxQUo0OGVQOXl3K3JWT0hCeXNZL3hiZ1g5dTFhOGVkZDk2cFc0dFFDVDE2OU9DV1cyNEI2QXJjcGxtT0pZeWZCREJnd0FBTXcwclg2dGJDTUF5U2twSThxeU0wU2dHc1lmeEhBTGxKRlFEY2NjY2Ruc1VCT25WQTRCdS9HZEM5YWRPbTlPalJRN2NXb1JvNmR1eElpeFl0QURyZzdpeW9qVUEzZmcrQUxsMjZTTXdKQUF6RG9IZnYzcDdWdmpxMUJMcnh1d0cwYmR0V3R3Ni9jZW5TSmNhTkcwZHhjZmxldm4vODR4OVp0V3FWQmxVMXAxT25UcDVGclJlNHByaVpjQTNjREtWZVROUGljMkYzUlV5Yk5vMXUzYnFSbloxTlFVRUI0ZUhocFI0L2ZQZ3c2ZW5wUFBIRUV3QTRIQTdDd3NKcVRhKy9hTmV1blhkUnA0NUFOMzVIZ1BidDIrdldVUzBmZmZTUmQzbkVpQkdrcEtUUXBFa1RiMWx1Ymk0VEowNzBiaGNWRlFWQVZsWVdyVnUzTG5lOHBVdVhjdDk5OTlHc1dUT09Iei9PcTYrK3lvd1pNNGlJaVBEcjg3aFdXclZxNVZrcy82VHFrRUEzZmd1QTJOaFkzVHFxcFd5SHVhaW9xRkpsRG9lajNIYSszeEtlNVpTVUZDNWZ2c3orL2Z0NSttbjN2YURXclZ0ejNYWFg4ZVdYWHpKa3lCQy9QWWZhSURvNjJyUFlWS2VPUU0vNFRhQzhxYXpDMHFWTDZkMjdOMlBIam1YcDBxWEV4c1lTSGg3TysrKy96L0RodzRtT2pzYmxjbkhwMGlVR0Roekl5cFVydVhqeG9tN1pWZUw1SnNQOVl5RnRCSHFOSHdIUXNHRkQzVHI4UW1ob0tGbFpXU1FsSlJFU0VrSitmajVmZi8wMVI0NGNZZUhDaGN5Yk40L2k0bUtpb3FLSWpvNm1YcjE2ckZtenh0UzF2by94dzZ2YXp0OEV1dkVOd1BSTm1TdFhybVQrL1BtbHlrYVBIbDNodHI3eFp2SGl4V1JuWjlPbVRSdE9uejVOWEZ3Yzk5eHpEemZmZkRQeDhmRTBidHk0MU04b3QyN2R5dUxGaTAxdGZKLzNTdXViRnVqR0x3S2k4dlB6cVYrL3ZtNHRsVEpvMENENjkrOFBRSEZ4TVU4KytTUXpaODRzOVUxVjl1SVc0Tml4WTdSbzBZTHc4SENPSERuQ2pUZmVTT3ZXclN1ODJBWG8zYnMzUFh2MjlPdHp1VllLQ2dvOGkxcEhZUWgwNCtjQVVYYTduYVpOdFY0clZVbDRlTGkzT2ZMY3VYT0VoSVRRckZrelFrTi8rUUZjUlJlM3UzYnRJanc4bk9MaVl2YnUzVXZYcmwwcEtpcGkyTEJoRmJiZUZCVVZzV0tGYVg3a1ZDRSt4cmZyMUJIb3hqOEp0TDV3NFlKdUhWZk1vVU9IYU42OGVTblRWMGIvL3YwNWVQQWdreWRQSmljbmg1U1VGTzlqQ3hjdUxMV3R3K0VnT1RtNTF2WFdOajRYMzJkMTZnajBWcDJmd0cybVFNRGxjdkg1NTUvNzNyYXZrdERRVU1hT0hVdGtaQ1JGUlVWa1pXWDVXYUgvOFhrT0ozVHFDSFRqL3dpd2YvOSszVHFxcGJDd2tMZmVlb3VMRnkveThNTVBYL0YrcTFldjV1elpzenorK09PODl0cHIvUGpqajM1VTZYOSsvdmxuNzZKT0hZRWVkZElCamh3NW9sdEhsWncrZlpxWFgzNlo2NjY3amovKzhZODBhTkRnaXZaYnNHQUJhOWFzNGRWWFg2VmR1M2JjY01NTjNndmI0Y09IKzFPeTMvQ3BwTDdYcVNQUWpiOEhJQ01qQTZXVWFaczE0K1BqZWZ6eHgrbmR1M2VsR3FPam83MTNZajNrNXVieThzc3ZlL3UzZE9yVWlhS2lJc0Q5b2ZBbEVESytVb3BkdTNaNVZyL1ZxY1djVHJrNk1vQ2J2L3p5UzdwMjdhcGJpOTlSU25IOCtISGF0R2xUcnZ6a3laTzBiTmxTazdMcU9YejRNQU1HREFBNGd1Wk9hb0dlOGVHZmd4U3RYcjFhdDQ0NndUQ01jcWIzbEp2WjlBQmJ0bXp4TEc3UXFRT3NZZnpsQUJzMmJFQXBwVnVMVUFsS0tWYXVYT2xablYvVnRuV0JGWXkvQjBnN2NPQUFPM2Z1MUsxRnFJU01qQXhTVTFNQkRnRGZhWlpqQ2VNRHZBSHd6anZ2Nk5ZaFZNS3NXYk04aTNOMDZ2QmdGZU12Qi9idjJMR0RkZXZXNmRZaWxHSEhqaDJzWGJzVzNKTjAvRVd6SE1BYXJUb2U3Z1BXeHNmSHMyYk5HaGtlM0NUWTdYWVNFeE01ZHV3WXdERGdyNW9sQWRhcDhjRTk3OUs4MDZkUE0zcjBhQzVmdnF4YlQ5QlRYRnpNcEVtVFBLYi9ISk9ZSHF3M1B2NTZZRkJXVmxielBYdjJNSERnUUZOM1Y3WXlCUVVGVEp3NGtXKysrUWJjRjdTRE1kR0VjRmFxOGNFOTQ4Wmc0TWN0VzdhUW1Kakl0bTNiZEdzS09uNzQ0UWNlZnZoaFQ2NC9BdHdMNU90VlZSb3JaWHhmbWdDTGdJRUF2WHIxWXVqUW9YVHYzcDNtelpzVEhSMXQydTROZ1laU2lvS0NBckt6czBsUFQyZlpzbVcrbGMwMjNFTThadXRUR0h3WXdGTzRwNTdVUGYxbHNQMmRBNTdEeElraUdLcTljTnp6M1Q0RWRBZmlnWVlFeDNPdkN4UndFZmNQUy9ZQ3E0QlBjZjhzVkJDdURwdk5wbXcybS9UQjhCT20vU29TQkg4aXhoZUNFakcrRUpTSThZV2dSSXd2QkNWaWZDRW9FZU1MUVlrWVh3aEt4UGhDVUNMR0Y0SVNNYjRRbElqeGhhQkVqQzhFSmRJMTF5UWtKQ1FNQUFaNTFnM0RlQlpBS1pYaXM5bjJ0TFMwNVhXdHpZb0UrcUN4VnFMRVkzWmZmTXVjVHVmVnpSSXRWSXBFSFpPUWxwYTJWU21WVThVbTlwS1NrbFYxSnNqaWlQSE5Rd213dUlySDEyZGtaSmhtbElKQVI0eHZMaXFkdVUwcHRiUXVoVmdkTWI2SnlNL1AvNDRLWmdOVVNoWGs1dVorcmtHU1pSSGptNGhEaHc1ZFZrb3RLMXR1R01hR28wZVB5byszYXhFeHZzbFFTcFZycm5TNVhOS0VXY3VJOFUzR21UTm5OZ0VGUGtXRkRvZERqRi9MaVBGTnhzbVRKeS9oSG1EVncrYU1qSXlMbFcwdjFBd3h2Z2x4dVZ5K09WOHVhdjJBR04rRUZCWVcvZzBvVWtvVk94eU9KYnIxV0JFeHZnazVjT0JBdmxMcUs4TXd0dXpidHk5WHR4NHJJbjExVElwU2FnblFUTGNPcXhKMHZUTnROdHNvcGRRY3d6RGsyMDRqU3FsZGFXbHB0K2s2ZnpDKytjK0o2ZlZqR0laTjUvbURLdW9rSkNSMEI5ckh4c1l5ZCs1Y21SeENBMHVXTEdIUm9rVW9wYlJPOGh4c05kOURBRDE3OWhUVGEwQXB4ZWJObXdGd3VWeWY2dFFTVk1ZM0RPTzNBSDM3OXRVdEpTakp6TXprMUtsVEFLZjI3dDI3U2FlV29ERytiOHpwMHFXTGJqbEJ5YTVkdXdCUVNxM0dQWk9LTm9MRytFak0wWXFaWWc0RWtmRWw1dWpGVERFSGdzVDRFblAwWTZhWUEwRmlmQ1RtYU1Wc01RZUN4UGdTYy9SaXRwZ0RRV0I4aVRuNk1Wdk1nU0F3UGhKenRLS1VZdE9tVFlCNVlnNEVnZkVsNXVnbE16T1Q3T3hzTUZITUFZc2JYMktPZnN3WWM4RGl4cWVPWXM2ZVBYdjQrOS8vWHFOOUN3c0wrZTY3N3dBNGZ2dzREb2Vqd3UwdVh2emxaN2NGQlFYazVGUTEybUJwSEE0SHUzZnZSaW0zNzNidjNrMVJrZjlIS3pGcnpBR0xHNyt1WWs1aFlTRmZmUEZGamZhOWVQRWkwNmRQQjJERGhnMDg4OHd6N05tenA5UTJtWm1aakJneHdtdjJ6ejc3akpTVWxITEhxZ3k3M2M1cnI3MUdTVWtKQUsrOTlocm56NSt2a2Q2cndhd3hCeXpjTGRsZk1TYzVPYm5DY29mRFVlbGppeGU3aDhSME9wM2xIcXRYcng0dWx3dW4wOG53NGNPNStlYWJPWG55Sk4yNmRTTWt4RjB2ZmZmZGQzVHUzSm00dURnY0RnY2JObXhnK1BEaHRmU00vSWRaWXc1WTJQakFnMUQ3TWNmaGNQRCsrKy9UcEVtVGFyYzljK1lNbzBlUEJpQXZMNCtSSTBkV3V1MlFJVU5LclM5YnRveDU4K2JoY0RoWXYzNDlUejc1SkFCcjE2N2x3b1VMdlB2dXU4eWFOWXV3c0xCUys0V0ZoYkZnd1FLMmJ0MUsrL2J0aVkrUHIxYm50bTNiNk5HakJ3MGFOS2gyMnl2RnpERUhMR3g4d3pEK0Uyby81ano0NElORVJrWmUwYllOR2pUZ3dRY2ZMRlcyWWtYcGNXR1ZVanp5eUNQTW56K2ZoZzBibGp2R3hvMGJzZHZ0ZE92V2paeWNIQll2WHN5WU1XTzQ5ZFpiR1RGaWhQZmJwQ3k3ZHUzaXA1OStZc1NJRVZWcS9PbW5uL2pUbi83RU8rKzhRNXMyYmE3b2VWMEpabzQ1WUZIais3TTF4Mk9rWWNPR1ZidHQzNzU5dlRWK1pSaUdRVVJFQkFVRkJUUnMySkFMRnk3dzdiZmZNbmp3WUVwS1NsaXl4RDI2aUZLS3Q5OSttL2J0MnpOZ3dBRHk4L09yUE82QUFRTklTVW5oMFVjZnJYSzd0V3ZYMHExYnQxbzFQWmc3NW9CRmpZK2ZZbzR2Q3hjdXJORitTVW1sSnpWWnZIZ3hqUm8xSWk4dmoyYk5tdkhGRjErd2I5OCtIbmpnQVQ3NTVCTnV1dWttY25KeUNBa0pvWGZ2M3ZUdDI3ZlVjeXI3QVJ3eFlnVDMzbnN2WGJ0MkpTSWlncDA3ZDlLNWMrY0t0ZVRsNWJGbHl4WmVmUEhGR2oyWHl2Q05PVTZuczJZdmxKK3hxdkZOZDlPcXBLU0UwTkJRbGk1MUQzTnZ0OXNaT1hJa1lXRmhYSGZkZFdSblozUDk5ZGV6WnMwYUprK2VERUJXVmhaanhvemgrKysvQnlBeE1iSGNjU3Y3QUJxR3dSMTMzTUhHalJzck5mNlhYMzVKbXpadDZOR2pSMjA4UlM4K01TYzdQVDE5WTYwZXZKYXduUEZ0TmxzM29JTy9ibHFWYmJseE9CemVDMHpmWlE4dFdyVGd6My8rTTVjdVhTSTZPdHBiWGx4Y1RFUkVCQUJ0MnJUaDU1OS9ac3VXTGZUczJaTnUzYm9COE9LTEwzcGJkbXBDbno1OVdMbHlKYm01NWNla3lzL1BaKzNhdFV5WU1LSEd4NjhNbjVpekNoUEdITENnOFpWU0R4bUc0YmVZNDNzeG1aV1Z4ZlBQUCsrdGRaT1NrbmozM1hlSmpZMHR0OSs1YytkbzJyU3BkNzJnb01EYmluTExMYmN3ZmZwMFltSml2TzN6UlVWRjNnOUdWWlQ5SU41OTk5Mk1HalVLZ0hidDJ2SGlpeS9TcUZHamN2dlZxMWVQLy9xdi82SlhyMTdWbnVOcUNJU1lBeFkwUG5VWWN6Nzc3RE42OXV4WjVUYXpaOC9tc2NjZTQralJvOXh3d3cwVUZCUVFFUkZCUmtZRzExOS9QUUFoSVNFVUZ4Zno2S09QZWx0Mm5uamlDYVpQbjE1dHMybGxyVG9lZXZic1dlSE5xc2pJU082KysrNHE5NjBKZ1JCendHSjNibTAyV3pmRE1Qd1djendjT1hLRS8vM2YveVVqSTRQSEgzL2NXeDRhR3VwNTB3SDN4V05hV2hxUmtaR2twcWJTcFVzWFpzMmF4WkFoUTFpNGNDSC85bS8vUm5aMk5uLzV5MS9vMWFzWDY5ZXZCeUFuSndlSHcwSGp4bzFycEU4cGhkUHA5UDY1WEM0QTd6cmd2V25tKzFjYkJFTE1BWXZWK1A2T09UazVPVXlaTW9YOC9Id0dEQmpBTTg4OFExUlVsUGZ4UVlNR01XM2FOSXFMM1pNVGhvZUhjLy85OTNQczJER09IRG5DcmJmZXlsMTMzZVc5RnNqT3p1YVZWMTdoa1VjZTRiNzc3dU9GRjE1Zy92ejVORzdjbUxadDI5WTQzeTlac3FUQ2J3TGZGcUR4NDhlWGU3enNQWWFySlZCaURsak0rUGc1NXNURnhURnAwaVJ1dlBIR2NoZXhBQ05IanF6dzd1eTZkZXQ0NElFSHZKaytQRHdjZ0FzWExqQm8wQ0FlZU9BQkFLWk5tOGFzV2JQNDI5Lys1czNwTlNFNU9iblM3aFArSkZCaURsaG8wTmgvdHVic05ldndnRTZuazlEUTBCcnRlL2p3NFhMZkFFNm5rNk5IajNMVFRUZlZsc1JyeG1kNHdMbHBhV2xQNk5aVEZaYXA4ZjBkYzY2Vm1wb2VxTkRjb2FHaHBqSjlJTVVjc05iRnJlbHVXZ1VUZ1JSendDSTF2cjl2V2duVlkvYStPV1d4UkkydmxKSWZsR3VrVE13eFhSZmtpckNFOFpHWW81VkFpemxnZ2Fnak1VYy9nUlp6d0FJMXZzUWN2ZmpHSE1Nd0FpTG1nQVdNajhRY3JmakduTlRVMUlDSU9SRGdVVWRpam40Q01lWkFnTmY0RW5QMEVxZ3hCd0s4eTBKQ1FzSkJ3ekE2Nk5ZaGtKMmFtdHFDQUtyeEF6cnFBRExkdldhVWUzaTJEd2tnMHdzbXhtYXpLWnZOSm1ieUV3R2Q4UVdocG9qeGhhQkVqQzhFSldKOElTZ1I0d3RCaVJoZkNFckUrRUpRSXNZWGdoSXh2aENVaVBHRm9FU01Md1FsWW53aEtCSGpDMEZKUVBmSHR4SUpDUWtEZ0VHZWRjTXduZ1ZRU3ZsT2FMczlMUzF0ZVYxcnN5S0IzaC9mU3BSNHpPNkxiNW5UNlV3cSs3aFFNeVRxbUlTMHRMU3RTcW1jS2pheGw1U1VyS296UVJaSGpHOGVTb0NxcGpkWm41R1JVVnhYWXF5T0dOOWNWRG96ZzFKcWFWMEtzVHBpZkJPUm41Ly9IV0F2VzY2VUtzak56ZjFjZ3lUTElzWTNFWWNPSGJxc2xGcFd0dHd3akExSGp4NHQwcUhKcW9qeFRZWlNxbHh6cGN2bGtpYk1Xa2FNYnpMT25EbXpDU2p3S1NwME9CeGkvRnBHakc4eVRwNDhlUW53emZPYk16SXlMdXJTWTFYRStDYkU1WEw1NW55NXFQVURZbndUVWxoWStEZWdTQ2xWN0hBNGx1aldZMFhFK0Nia3dJRUQrVXFwcnd6RDJMSnYzejRaSnRFUFNGOGRrNktVV2dJMDA2M0RxZ1JkNzB5YnpUWktLVFhITUF6NXR0T0lVbXBYV2xyYWJick9INHh2L25OaWV2MFlobUhUZWY2Z2lqb0pDUW5kZ2ZheHNiSE1uVHRYSnBQUXdKSWxTMWkwYUJGS3FmazZkUVJielNjenFHaEVLY1htelpzQmNMbGNXbWRRQ1Nyakc0WWhFOFZwSkRNemsxT25UZ0djMnJ0Mzd5YWRXb0xHK0w0eFJ5YUswNE9aSm9vTEd1TWpNVWNyWm9vNUVFVEdsNWlqRnpQRkhBZ1M0MHZNMFkrWllnNEVpZkdSbUtNVnM4VWNDQkxqUzh6Umk5bGlEZ1NCOFNYbTZNZHNNUWVDd1BoSXpOR0tVb3BObXpZQjVvazVFQVRHbDVpamw4ek1UTEt6czhGRU1RY3NibnlKT2ZveFk4d0JpeHNmUDhVY2w4dkZtVE5ucm5xL3ZMdzhsS3JiOTk3M2ZIYTduYmZlZWd1bjAxbG41elpqekFHTDk4NzBWOHl4MisyTUhqMmFGU3ZjQTU5ZHZueTVTa05IUkVRQU1ITGtTRDc2NkNOaVltSndPcDA0SEk1cTl6bDQ4Q0NUSjArK1ltMnpaOCttZWZQbTN2VXBVNlp3enozMzBMOS9mNHFLaXRpK2ZUc3VsNHZRME5BclBtWk5NV3ZNQVFzYnZ5NWp6bE5QUFVWT1R1WGp2WG8rSUw2c1hMbVNCUXNXVkx0UGh3NGRXTHo0bHlFMWs1T1RtVDU5T3MyYWxmNXhsdFBwWk5pd1lZU0ZoWG5MOXUvZno5R2pSL21YZi9tWEszNHV0WWxaWXc1WTJQakFnMUM3TVdmRGhnM01talhMdTU2VTVCNjF1Nnl4VDUwNnhWTlBQZVV0SHo5K1BPZlBud2RnN05peEFDeFlzTUM3dnk5bnpweGg5T2pSM25YRE1FcVpHYUJldlhybHlsd3VGNEMzWENuRnh4OS9URkZSRVk4OTlsaXBiWk9Uazh1ZDl3OS8rRU90VmhCbWpqbGdZZU1iaHZHZlVMc3hwMSsvZnR4NTU1M2s1ZVV4YXRTb1VqVnhWVXlmUGgxd2YxRG16SmxEVEV4TXJXbnk0SWxOOWV2WEIyRDE2dFdjUDMrZUR6LzgwRnQyOXV4WnhvOGZ6L3o1ODh0OWNNTER3MnRWajVsakRsalUrUDZLT1NFaElZU0VoSGhOVTlZOE9pa3FjZyt0V2I5K2ZYNzg4VWNXTEZqQWxDbFRhTlNva1hjYnp3Y2dJaUxDNzlyTkhIUEF1cTA2dFI1ekttTDkrdlZNbXphTnc0Y1BYL0UrUlVWRmJOeTRFYVVVUlVWRjVmNHVYNzVjSXkwWExsd2dJaUlDd3pCbzFLZ1JJMGVPMU5hRTZ4dHpuRTduUWkwaXFzR1NOVDdnbDlhYzNOeGNkdTdjeWZidDJ3RjNyVFp3NEVEYXRHbFQ1WDUydTUzVTFGVEFuZmZidG0zTFRUZmR4SVFKRTJxc3hXNjNZN2ZiaVl5TXBMaTRtQlVyVm5EampUY0MwTEpsUzFxMmJGbmhOUVNVei9qTm1qVmp6cHc1TmRaU0ZwK1lrNTJlbnI2eDFnNWNpMWpPK0RhYnJSdlF3Uit0T2R1M2IyZkhqaDBrSkNTd2I5OCtYbnJwcFN2YWI5eTRjWFR1M0JtQXQ5OSsyOXZjV0ZGclQ5bUwyOG80ZXZRbzA2Wk5BOXdYd0RmY2NBUGp4bzBydGMwbm4zeFNhdjNjdVhOTW5EaVJlZlBtbFlvNklTRzErOFh2RTNOV1ljS1lBeFkwdmxMcUljTXcvQkp6Qmc4ZXpPREJnOG5MeXl0bnFxcVlPM2N1OWVyVkl5a3BpYWlvcUZyUjBxMWJONVl2WDQ1U0NzTXdLbnl1WmM5VlVGRGdMZmRYeGcrRW1BTVdORDUraWpuWFFyMTYvbm1aS3pPOFRnSWg1b0RGak8vUG1GTWRMcGZMR3huT256OWZhM2RHSytwZTRISzVxdXgyRUJJUzRtM1hMN3VmNTVnVnhadmEwQndJTVFjc1pueC94aHlBaXhjdmN2TGtTVXBLU3NyVjRxdFdyZUxqanorbWZ2MzZGQllXY3Z2dHQzc2ZPM1Btak5kMDllclZ3MjYzTTJMRWlHclA5NDkvL0lNcFU2YVVLeStiNWNzeWZQandLdThLRHhzMnJNTHlpcTQ1cm9aQWlUbGdNZVBqNTVqamNybVlQSGt5SVNFaERCdzRzTlJqOTl4ekR6YWJEYVVVa1pHUk5HblN4UHZZakJreitNYy8va0ZDUWdJTkdqUUFZT0hDaW4zaHVja0UwTGx6NXhxYnNiSVdIWDhTS0RFSExEUm83RDlqenQ1QUh4Nnd1TGlZakl3TUVoSVNkRXU1YW55R0I1eWJscGIyaEc0OVZXR1pHMWhLS1V2ODBpbzhQRHdnVFI5SU1RY3NaSHhNMkpvVFRBUlN6QUdMWkh5ZHJUbUNHN1AzelNtTEpXcDhxOFNjUUtWTXpERmRGK1NLc0lUeGtaaWpsVUNMT1dDQnFDTXhSeitCRm5QQUFqVyt4Qnk5K01ZY3d6QUNJdWFBQll5UHhCeXQrTWFjMU5UVWdJZzVFT0JSUjJLT2ZnSXg1a0NBMS9nU2MvUVNxREVIQXJ6TFFrSkN3a0hETURybzFpR1FuWnFhMm9JQXF2RURPdW9BTXQyOVpwUjdKSzBQQ1NEVEN5Ykdack1wbTgwbVp2SVRBWjN4QmFHbWlQR0ZvRVNNTHdRbFlud2hLQkhqQzBHSkdGOElTc1Q0UWxBaXhoZUNFakcrRUpTSThZV2dSSXd2QkNWaWZDRW9FZU1MUVVsQTk4ZTNFZ2tKQ1FPQVFaNTF3ekNlQlZCS3BmaHN0ajB0TFcxNVhXdXpJb0hlSDk5S2xIak03b3R2bWRQcHJQdVJZQzJLUkIyVGtKYVd0bFVwVmZrczBXQXZLU2xaVldlQ0xJNFkzenlVQUZWTm5McytJeU9qdUs3RVdCMHh2cm1vZERCOHBkVFN1aFJpZGNUNEppSS9QLzg3d0Y2MlhDbFZrSnViKzdrR1NaWkZqRzhpRGgwNmRGa3B0YXhzdVdFWUc0NGVQVnFrUTVOVkVlT2JES1ZVdWVaS2w4c2xUWmkxakJqZlpKdzVjMllUVU9CVFZPaHdPTVQ0dFl3WTMyU2NQSG55RXVDYjV6ZG5aR1JjMUtYSHFvanhUWWpMNWZMTitYSlI2d2ZFK0Nha3NMRHdiMENSVXFyWTRYQXMwYTNIaW9qeFRjaUJBd2Z5bFZKZkdZYXhaZCsrZlRKTW9oK1F2am9tUlNtMUJHaW1XNGRWQ2JyZW1UYWJiWlJTYW81aEdQSnRweEdsMUs2MHRMVGJkSjAvR04vODU4VDArakVNdzZiei9FRVZkUklTRXJvRDdXTmpZNWs3ZDY1TUpxR0JKVXVXc0dqUklwUlM4M1hxQ0xhYVQyWlEwWWhTaXMyYk53UGdjcm0wenFBU1ZNWTNERU1taXROSVptWW1wMDZkQWppMWQrL2VUVHExQkkzeGZXT09UQlNuQnpOTkZCYzB4a2RpamxiTUZITWdpSXd2TVVjdlpvbzVFQ1RHbDVpakh6UEZIQWdTNHlNeFJ5dG1pemtRSk1hWG1LTVhzOFVjQ0FMalM4elJqOWxpRGdTQjhaR1lveFdsRkpzMmJRTE1FM01nQ0l3dk1VY3ZtWm1aWkdkbmc0bGlEbGpjK0JKejlHUEdtQU1XTno1K2lqbDJ1NTF6NTg2VkswOVBUNmV3c0xEV3psT1dnb0tDNmplcWdvc1hML0xlZSsvaGNEaHFTVkhWbURYbWdNVjdaL29yNWl4ZHVwUzh2RHllZmJiMEdLL0xseStuWThlT1BQcm9vNlhLejU4L3orOSs5N3VyT3NlS0ZTdFl0MjRkbVptWm5EMTdsc3pNVElxTGk1azllemFQUHZvb0RSbzBLTGZQcFV1WFdMR2kwc0hZaUlxSzRzaVJJMnpidG8yNzdycnJxdlRVQkxQR0hMQ3c4ZjBWYy9Mejg5bTBhUk52dnZrbUFJODg4Z2hObXpiMVBwNmRuYzIzMzM0THdMbHo1MWkrL0plUlFaWXNXY0tjT1hNWU5td1lqUnMzcnZENE9UazVqQm8xQ29BR0RSclFvVU1IMXF4WncwY2ZmVVREaGcwcEtuS1BLN1Znd1lKUyt6a2NEcEtUazczcldWbFpqQnMzcnNKekhEaHdnT25UcDVjcm56MTdOczJiTjYvMk5iaFN6QnB6d01MR0J4NkUybzg1aXhjdnBuLy8vb0M3Um91T2p1YmRkOSt0Y052aHc0Y0RFQmtaU1dKaUlxZE9uV0xyMXEyTUhUdVcwTkRRQ3ZlSmlvb2lNVEVSZ0Q1OStnQXdjK1pNR2pac1dDTzlWWDBEK0JNenh4eXdzUEVOdy9oUHFOMllrNW1aeWJadDIzanp6VGVaT1hNbWZmcjA0ZUxGaTk0YXVpeWV2TitnUVFOR2poekpwazJiY0RnY0RCMDZ0Tkp6aElXRnNYaXhlOURrSjU1NEFnQ1h5K1ZkbmpGakJnQ1BQZmJZRmV1ZU1XT0c5MXVvTXBZdEt6ZHk0VFZoNXBnREZqVyt2MktPM1c3blY3LzZGZi96UC85RFdGZ1k5OXh6RDU5KyttbWxOZjdXclZ0THJSODZkSWg3NzcyWDBhTkhYOUg1UHZqZ0E3WnYzODViYjczRkJ4OThBTGdqemEyMzNzcmt5Wk5MYmV0ME9ubnJyYmNxUE00enp6ekR1SEhqV0xac0dZbUppVVJHUm5McTFDbG16NTdOcVZPbnZCK3Eyc1RNTVFjc2FuejhGSE82ZHUxS3g0NGRtVEJoQWs4Ly9UUUFJU0VodlBUU1M1dy9mNzdDZlZhc1dFRktpbnMybjhPSEQ5T25UNTlxVzFYcTFhdm4xYjE3OTI0QXIybWZmdnBwSEE3SFZkWDQ0UDVnbkR4NWt0Ly8vdmZjZnZ2dHJGeTVrdjc5Ky9QU1N5OVZlS0Y4TGZqR0hLZlR1YkJXRDE1TFdOWDRmcnRwOWVtbm4zTGJiYmR4MDAwM2NlblNKY0xEd3psLy9qenZ2dnN1NDhlUFovcjA2ZDcvVURxUzVPVGtNRy9lUE9iTm0xZmxPVkpTVW1qYnRpMUZSVVZrWldVUkVoTENzV1BIbURsenByZm1COGpMeTJQa3lKRVY1bmlYeTFYcU9xSmV2WHFNSHorZVJZc1dzV1RKRXA1ODhrbCsvZXRmWCt2TFVTRStNU2M3UFQxOW8xOU9jbzFZenZnMm02MGIwTUVmTjYzT25EbkRWMTk5Uld4c0xKczNiK2ErKys2alljT0c1T2ZuWDlIK2xVVWlYNFlNR1VKa1pDUUE2OWV2SnlFaGdVT0hEbmsvVEhhN25aaVltR3FQVTF4Y1RFUkVCQnMyYkdEV3JGbmxIbi92dmZkNDc3MzNTcFhWMW9Xd1Q4eFpoUWxqRGxqUStFcXBod3pEOEV2Zm5LWk5tekp6NWt5YU5HbENSRVFFcWFtcEhEdDJqUHo4Zk1hTkc4ZnAwNmRML2ZmZ2REcXY2UGd1bHd1bjAwbURCZzBvS2lyaTg4OC81L1hYWDJmcDBxV0Vob1l5YWRJazB0UFRlZWVkZDd6YkE0d2NPZEo3RE0rM3lZVUxGNGlOamVYdXUrL203cnZ2TG5XZXBLUWsvdS8vL28vcnI3OGVjSDhJamg4L1h2TVh4b2RBaURsZ1FlUGp4NWdURWhKQzgrYk5PWHYyTFB2MzcyZjkrdlcwYmR1V3c0Y1BNM1BtekVxanpwQWhRNjdvK0gvKzg1OEJkNU1tUVAvKy9VdmRJd0RvMXEyYjE5eWVxRk5SZERweDRnU3RXcldxOXB5blQ1OW0zYnAxL09FUGY3Z2lqZFVSQ0RFSExHWjhmOFljZ00yYk56TnIxaXdpSXlQcDBLRURlL2JzSVNrcGlmWHIxMWU1MzVWR2lHUEhqdEdnUVFOdk5oODJiRmlOdGU3YnQ0K3VYVk9aY1R3QUFBc09TVVJCVkx0V3UxM2p4bzE1N3JubjZOeTVjNDNQNVVzZ3hCeXdtUEg5R1hNQXVuZnZUa3BLQ3ExYnQyYlJva1hrNXViU3ZuMTc3K08vK3RXdkFPallzU05LS1hKemN5dTlVUVdRbTV0TFVWR1J0MVhsNjYrL0xsVkxWL1FjZkdOTlJWR25ZY09HVEpreWhiMTc5NWJxSm1HMzIzRzVYTjcrUHVIaDRkNy90OTFXT3lQNUJVck1BWXNaSHovR0hJRFkyRmhpWTJNQnVQSEdHN25sbGxzQWlJNk9CbURzMkxHQSs0N3RxRkdqQ0E4UFo5Q2dRUlVmREhldFBIMzZkSlJ5VjR4Tm16WmwwcVJKNWJiem5BZW90a1VJNEt1dnZ1TDIyMi8zWm5pQUgzNzRnWmt6WitLcEdEelBvellKbEpnREZobzA5cDh4WjI4Z0RnL29kRHBSU2xHdlh1M1VRMG9wQ2dzTEsyeWZWMHI1N2JYeEdSNXdibHBhV3UzZkZhdEZMRlBqK3p2bStKT3E0bEJOTUF5ajBwdFMvbnB0QWlubWdMWDY0OHN2clRRU1NERUhMRkxqKzdzMVI2Z2VzL2ZOS1lzbGFueWxsUHlnWENObFlvN3B1aUJYaENXTWo4UWNyUVJhekFFTFJCMkpPZm9KdEpnREZxanhKZWJveFRmbUdJWVJFREVITEdCOEpPWm94VGZtcEthbUJrVE1nUUNQT2hKejlCT0lNUWNDdk1hWG1LT1hRSTA1RU9CZEZoSVNFZzRhaHRGQnR3NkI3TlRVMUJZRVVJMGYwRkVIa09udU5hUGNQZXcrSklCTUw1Z1ltODJtYkRhYm1NbFBCSFRHRjRTYUlzWVhnaEl4dmhDVWlQR0ZvRVNNTHdRbFlud2hLQkhqQzBHSkdGOElTc1Q0UWxBaXhoZUNFakcrRUpTSThZV2dSSXd2QkNVQjNSL2ZTaVFrSkF3QXZBTnRHb2J4TElCU0tzVm5zKzFwYVduTHkrNHJYRDJCM2gvZlNwUjR6TzZMYjVuVDZVeXFXMG5XUmFLT1NVaExTOXVxbE1xcFloTjdTVW5KcWpvVFpISEUrT2FoQkZoY3hlUHJNekl5aXV0S2pOVVI0NXVMU3FkT1VVb3RyVXNoVmtlTWJ5THk4L08vQSt4bHk1VlNCYm01dVo5cmtHUlp4UGdtNHRDaFE1ZVZVc3ZLbGh1R3NlSG8wYU5GT2pSWkZURyt5VkJLbFd1dWRMbGMwb1JaeTRqeFRjYVpNMmMyQVFVK1JZVU9oME9NWDh1SThVM0d5Wk1uTHdHK2VYNXpSa2JHUlYxNnJJb1kzNFM0WEM3Zm5DOFh0WDVBakc5Q0Nnc0wvd1lVS2FXS0hRN0hFdDE2cklnWTM0UWNPSEFnWHluMWxXRVlXL2J0MnlmREpQb0I2YXRqVXBSU1M0Qm11blZZbFdEb25Sa0dEQUR1Qis0RTJnQ3htUHk1aDRhR1loZ0dKU1VsdXFWVWh3SXVBQ2VBTGNCcTRHdEF1bGRvd2dDR0FwbTQzeHo1cTd1L1U4QmptTGh5TWEyd2E2UVI4RDR3QktCejU4N2NmLy85OU9uVGg3WnQyeElURTBOSWlGemUxQVpLS2V4Mk81bVptV3pmdnAxVnExYVJucDd1ZVhndE1CdzRyMDloeFZqUitIRzRYL0JlOGZIeFRKMDZsY0dEQit2V0ZGUnMzTGlSVjE1NWhlUEhqd1A4Q053Tm5OYXJxalJXTTM0RThBMXdaMEpDQW5QbnppVXVMazYzcHFERWJyY3pac3dZdG03ZENwQUczQUZjMHF2cUYwSjFDNmhsVW9DaFhidDJaZEdpUmNURXhPaldFN1RVcjErZnhNUkVkdS9lellrVEo1b0RiYW1pMjNWZFk2VWF2eSt3T1M0dWpqVnIxaEFmSDY5Ymp3RGs1T1F3YU5BZ1RwOCtEZkFROElWbVNZQjFibUNGQXRNQnBrNmRLcVkzRVhGeGNienh4aHVlMWJjd3liMGpxeGovQWFDSHpXYmpvWWNlMHExRktFTy9mdjNvMTY4ZlFFZGdwRjQxYnF4aS9CY0FKa3lZb0Z1SFVBbmp4NC8zTEQ2dFU0Y0hLeGovRnVCZjI3VnJ4NTEzM3FsYmkxQUpQWHIwNEpaYmJnSG9DdHltV1k0bGpKOEVNR0RBQUpuZDNNUVloa0ZTa25kWW9CRWFwUURXTVA0amdOeWtDZ0R1dU9NT3orSUFuVG9nOEkzZkRPamV0R2xUZXZUb29WdUxVQTBkTzNha1JZc1dBQjF3ZHhiVVJxQWJ2d2RBbHk1ZEpPWUVBSVpoMEx0M2I4OXFYNTFhQXQzNDNRRGF0bTJyVzhjVmtaT1R3OW16Wjh1Vk94d09kdS9lZmNYSCtlU1RUM0E2bmJVcHJjN28xS21UWjFIckJXNmdHLzltS1BWaW1wcS8vdld2ckZoUi9xNTlRVUVCcjczMjJoVWY1N1BQUHNQbGN0V210RHFqWGJ0MjNrV2RPa3h4RiswYTZBalF2bjE3M1RxcTVmVHAwM3ovL2ZmTW1ESGppdmNaTm14WXBZODk5dGhqRlpiLzkzLy9OemZmZlBOVjY2c3JXclZxNVZsc3JWTkhvQnUvQlVCc2JLeHVIZFh5OGNjZk0zVG9VS0tpb2poMzdoeWpSNDh1dDgxdmZ2TWI3M0tQSGoxWXVIQmhoY2RLU2twaS92ejVoSVdGK1UydnY0aU9qdllzTnRXcEk5Q04zd1F3ZlMvTW5UdDNjdjc4ZVg3OTYxK3pZTUVDRGgwNnhMSmx2NHdna3BlWHg4aVJJMHVWZVJnK2ZIaUZ4M3o4OGNmTGxTMVlzS0QyUlB1SnFLZ296MklqblRvQzNmZ1JBQTBiTnRTdG8wbzJiZHJFMGFOSEdUNThPQ0VoSWJ6OTl0dFh2TytsUzVkWXVIQWhFUkVSM3JLa3BDUSsvUEJEYjQzdmNEaElUazZ1ZGQzK3dNZjQ0VHAxQkxyeERjRDBUWmtUSjA1RUtjWHp6ei9QYjM3ekc2Ni8vbnBlZXVrbERoNDg2TjBtSkNTa1ZOU3BxUGEzQWo3dmxkWTN6ZHlPcVo2TFFOVHUzYnRwMmxSclpLeVdPWFBtRUJJU3d1alJvMUZLWGZHSE5Ta3BxZHczV241K2ZvVmxGYlVZbVkyOHZEelB6Y1pDb0lFdUhZRmU0K2NBVVhhNzNkVEczN3g1TSt2WHI2ZExseTZNR3pjT3BSUnZ2dmttVHp6eFJLWDdlQzVzZS9ic3lRc3Z2RUJZV0JnWExsemc1WmRmSmo4L245allXRjU5OVZWaVltSndPcDI4L3ZycmRmVjByb21DQXU5NHVPWG1BYWhMQXQzNEo0SFdGeTVjMEsyalN1TGo0MGxPVHFaVnExYTBiTm1TNXMyYlUxSlNRbEZSVWJsYTJtNjNNMkxFQ08vNmxDbFRBRGgvL2p5dnZ2b3FmZnYyWmVIQ2hmVHExWXVwVTZjeVpjb1Vtalp0NnQzTzdGeTg2QjMvdHZ5ZHZEb2swRzlnL1FSdzZOQWgzVHFxcEZPblRpUW5KOU9uVHg5YXRXckY0Y09IVVVwZDhmNEhEeDdrOTcvL1BYMzY5UEZlQnlRbkozUHJyYmZ5L1BQUGs1YVc1aS9wdFU1V1ZwWm44WVJPSFlGZTQvOElzSC8vZnQwNnF1VHZmLzg3NmVucEhEaHdnSU1IRHhJWEYzZEYwYVNrcElRVksxYnd4UmRmOEx2Zi9ZNjc3cnFyMU9QLzhSLy9RWXNXTGZqVG4vNkV6V2JqMy8vOTMyblpzcVcvbmthdDhQUFBQM3NYZGVvSWRPT25BeHc1Y2tTM2ppcEpTMHVqc0xDUVFZTUc4ZXl6enhJVEUrUE51cFUxUXpvY0RpWk5ta1JrWkNTdnYvNjY3eDNQVXR4MTExMTA2dFNKRHo3NGdQSGp4NU9Ta3NJTk45emd0K2R5cmZoVVV0L3IxQkhveHQ4RGtKR1JjVlV0SlhYTmIzLzcyM0psWVdGaDNIdnZ2ZVh1NEJZVkZmSFJSeDhSRmhiR21ERmo2Tnk1YzdYUEt6NCtuaWxUcG5EaXhJbEtQeUJtUUNuRnJsMjdQS3ZmNnRSaVRxZGNIUm5BelY5KytTVmR1M2JWclVXb2dzT0hEek5nd0FDQUkyanVwQmJvRjdmd3owR0tWcTllclZ1SFVBMWJ0bXp4TEc3UXFRT3NZZnpsQUJzMmJMaXFsaEtoYmxGS3NYTGxTcy9xZkoxYXdCckczd09rSFRod2dKMDdkK3JXSWxSQ1JrWUdxYW1wQUFlQTd6VExzWVR4QWQ0QWVPZWRkM1RyRUNwaDFxeFpuc1U1T25WNHNJcnhsd1A3ZCt6WXdicDE2M1JyRWNxd1k4Y08xcTVkQys1Sk92NmlXUTVnalZZZEQvY0JhK1BqNDFtelpvME1EMjRTN0hZN2lZbUpIRHQyREdBWThGZk5rZ0RyMVBqZ25uZHAzdW5UcHhrOWVqU1hMMS9XclNmb0tTNHVadEtrU1I3VGY0NUpUQS9XR3g5L1BUQW9LeXVyK1o0OWV4ZzRjQ0QxNjlmWHJTa29LU2dvWU9MRWlYenp6VGZndnFBZGpJa21oTE5TalEvdUdUY0dBejl1MmJLRnhNUkV0bTNicGx0VDBQSEREei93OE1NUGUzTDlFZUJlSUYrdnF0SllLZVA3MGdSWUJBd0U2TldyRjBPSERxVjc5KzQwYjk2YzZPaG8wM1p2Q0RTVVVoUVVGSkNkblUxNmVqckxsaTN6cld5MjRSN2lNVnVmd3VEREFKN0NQZldrN3VrdmcrM3ZIUEFjSms0VXdWRHRoZU9lNy9ZaG9Ec1FEelFrT0o1N1hhQncvd1QwTExBWFdBVjhDaFRwRkNVSWdpQUlnaUFJZ2lBSWdpQUlnaUFJZ2lBSWdpQUlnaUFJZ2lBSWdpQUlnaUFJZ2lBSWdpQUlnaUFJZ2lBSWdpQUlnaUFJZ2lBSWdpQUlnaUFJZ2lBSWdpQUlndW40ZitRbFZXUy9uY3JWQUFBQUFFbEZUa1N1UW1DQyIsCgkiVGhlbWUiIDogIiIsCgkiVHlwZSIgOiAiZmxvdyIsCgkiVmVyc2lvbiIgOiAiMTAiCn0K"/>
    </extobj>
    <extobj name="ECB019B1-382A-4266-B25C-5B523AA43C14-6">
      <extobjdata type="ECB019B1-382A-4266-B25C-5B523AA43C14" data="ewoJIkZpbGVJZCIgOiAiMTUyMzAzODcyNzE1IiwKCSJHcm91cElkIiA6ICI0NzEyNzM1MzgiLAoJIkltYWdlIiA6ICJpVkJPUncwS0dnb0FBQUFOU1VoRVVnQUFBWVlBQUFHdUNBWUFBQUNVZjZHK0FBQUFDWEJJV1hNQUFBc1RBQUFMRXdFQW1wd1lBQUFnQUVsRVFWUjRuTzNkZVhoVFZmNEc4UGNrYWJHVmZhdTFEQ3FETWxvdEpKWHQxeUxJSXFJQ2lqTUtha0ZGUVZTMkVYZUZRY2NSRlJWQkZLU0lJaUtDZ2d2S2lJcDBBRUdnTFcxRkFRR0xTS0ZZbHU1dGxudCtmNVRFM2paZGFKTjdiNUwzOHp3OEpEYzM2YmR0dm4xejdqMDVBWWlJaUlpSWlJaUlpSWlJaUlpSWlJaUlpSWlJaUlpSWlJaUlpSWlJaUlpSWlJaUlpSWlJaUlpSWlJaUlpSWlJaUlpSWlJaUlpSWlJaUlpSWlJaUlpSWlJaUlpSWlJaUlpSWlJaUlpSWlJaUlpSWlJaUlpSWlJaUlpSWlJaUlpSWlJaUlpSWlJaUlpSWlJaUlpSWlJaUlpSWlJaUlpSWlJaUlpSWlJaUlpSWlJaUlpSWlJaUlpSWlJaUlpSWlJajhTdWhkQUlXdStQajRTQ25sdFZMS3ZrS0lCQUF4QU5vQUNOTzV0RURqbEZLZUJKQWpoUGdlUUVweGNmRzZ2WHYzRnVwZEdBVW1CZ05wN29vcnJtZ1ZGaFkyRGNDREFKcnJYVTh3a2xJV1N5bmZVaFJsVm1abTVuRzk2NkhBd21BZ1RjWEh4LzlEVVpTRlFvaFdRZ2gwNjlZTkNRa0pzTmxzaUltSlFjdVdMV0d4V1BRdU02QTRuVTdrNStmajZOR2pTRXRMdy9mZmY0K2RPM2RDU2drQUJRQW1wNldsdmFOdmxSUklHQXlrRmJQTlpuc1p3R1FBNk51M0x5WlBub3dMTHJoQTU3S0NVMDVPRHViT25ZdXZ2LzdhdmVudHRMUzA4UUNjT3BaRkFZTEJRRnF3Mkd5MlJRRHViTmFzR1o1Kytta01HREJBNzVwQ3dyWnQyL0RVVTAvaDFLbFRBUENKRU9LVzFOUlVoOTUxa2JHWjlTNkFncC9WYW4xUkNIRi91M2J0a0p5Y0RKdk5wbmRKSWFORGh3NFlOR2dRVWxKU1VGaFkrRGNBSFk0ZVBmcXAzbldSc1hIRVFIN1ZyVnUzMjB3bTAvc3RXN2JFTysrOGc3Lzg1Uzk2bHhTU2NuTnpNV2JNR1B6eHh4OEFNREV0TGUxMXZXc2k0Mkl3a045WXJkYnpoUkEvbTgzbTV2UG16VVBQbmozMUxpbWsvZmpqanhnN2Rpd2NEa2V4MCttTXk4cktPcWgzVFdSTUpyMExvT0FsaEpnRG9QbklrU01aQ2dadytlV1g0Nzc3N29NUTRseUx4ZktXM3ZXUWNYSEVRSDRSRnhmWDAyS3hiSXVPanNicTFhc1JIaDZ1ZDBrRXdPRndZT1RJa2NqT3pvYkw1UnFja1pHeFh1K2F5SGc0WWlDL01Kdk5Nd0hnM252dlpTZ1lTRmhZR0NaTm1nVGd6OThSVVZVTUJ2SzVybDI3eGdvaEJzZkV4R0RZc0dGNmwwTlZYSFhWVmVqVXFSTUE5SXFQaitjeFBxcUd3VUErWnphYjd3R0FHMis4RVVMd2FLWFJDQ0dRbEpRRUFGQVVaWXJPNVpBQk1SaklwMkpqWThPbGxLTXRGZ3RHakJpaGR6bFVnLzc5K3lNc0xBeENpQ0VYWG5qaE9YclhROGJDWUNDZkNnOFB2MG9JMGRwcXRhSmx5NVo2bDBNMWFOcTBLZnIyN1FzQUxWcTNiajFjNzNySVdCZ001Rk5TeWtFQWtKQ1FvSGNwVkllcnI3NGFBQ0NsdkY3blVzaGdHQXprVTBLSW9VREZDVTR5dHE1ZHU3b3Y5dEd6RGpJZUJnUDVUR3hzYkdzaHhLV3RXN2ZtcXFrQklEbzZHbEZSVVJCQ1hCZ1hGOWRlNzNySU9CZ001RE5oWVdGeEFOQzVjMmU5UzZGNmlvdUxBd0JZTEpaRW5Vc2hBMkV3a004SUlmNEdBQmRkZEpIZXBWQTlYWHJwcGU2TDhYcldRY2JDWUNDZmNRZERNQjlHY3JsY21ERmpCaFJGVVcwdktTbkJ2LzcxTDVTWGwrdFVXY1BFeE1RQUFLU1VmOVc1RkRJUWZvWWkrWXlVOGhJaEJEcDI3S2gzS1hYNjVKTlA4T3l6ejlaNy85VFVWQURBc1dQSDhNTVBQOEJrVXIrbVdyWnNHY3JMeTlHa1NST2YxdWx2VVZGUjdvdkcvNldSWmhnTTVFdlJBTkMyYlZ1OTY2alQ4T0hETVhUb1VBQkFqeDQ5a0pLU2dvaUlDTS90M3JZQndPSERoOTNMU1hqazVPUmd4WW9WV0xac0dSUkZ3VDMzM0lNWFgzd3hJSDRPTFZxMGNGOXNvMmNkWkN3TUJ2SVpJY1I1QU5DcVZTdTlTNm1URUFKbTg1OGZZR2d5bVZUWHZXMjc2NjY3OE5OUFAwRUlnY1RFUkpTV2xtTEhqaDE0NXBsbmNNY2RkK0Q4ODg4SFVCRTZzMmZQeHF4WnM3VDVaaHFoZWZQbUFBQWhCSU9CUEJnTTVFdm5Ba0JrWktUZWRmakZraVZMTUdQR0RQVHMyUk9EQmczQ05kZGNneGRmZkJFN2R1eUF5K1hDZDk5OWg4TENRaFFYRjZPZ29BQVpHUm1WM3l0Z1NPZWM0MWtOSTZLMi9TaTBNQmpJbHlJQUJQVXkyM3YzN3NYZGQ5K04zTnhjbkgvKytSZzRjQ0F1dnZoaWRPalFBVzNidGtYcjFxM1Jva1VMZlBiWloxaThlREhtenAycmQ4bTFDZ3NMYzE4TTNsOGFuVFVHQS9sY0lLeW9HaCt2bnAzWnAwLzFOLzlXM2padTNEZ2tKU1hoeElrVDZOaXhJNzc5OWx0Y2Nza2x1UExLSzNIbGxWZFd1KytRSVVNd1lNQUEzeGZ1UDhiL3BaRm1HQXprTTFMS01pRkUwL0x5Y3NNZlRuTFBNckxiN2VqZHV6ZTJiOSt1T3A4UUh4K1BUWnMycWI2UGpJd01OR3ZXREVWRlJkaTZkYXNuWE9MajQ5Ryt2ZnFOdzZkUG44YldyVnMxK0U0YXgrRnd1QzhHMWp4Yjhpc0dBL2xTTVlDbXBhV2xoZzhHdHovKytBUE5temV2ZHVMWm02NWR1K0s2NjY3RG1ERmpVRlJVaENsVEtqN0tJRHc4SE92V3JWUHQyN3QzYjcvVTYydnU5MTFJS2N0MExvVU1oRzl3STU4UlF1UUN3S2xUcC9RdXBkNjJiZHVHMk5qWWV1OS96ejMzNEx6enpvUGRic2V2di83cXg4cTBVVkJRNEw1NFFzODZ5RmdZRE9STFJ3RWdMeTlQN3pycTVlREJnM2p6elRjeGF0U29ldC9uazA4K3dlblRwM0hmZmZkaHdvUUpPSGp3b0I4cjlMLzgvSHdBZ0JDQ3dVQWVQSlJFUGlPbDNDZUVHSHo0OEdIMDZ0Vkw3M0pxOWVtbm4rS1ZWMTdCdUhIajZ2M1pFUjk4OEFGV3JseUpoUXNYb24zNzlvaUxpME9uVHAzZ2NEZ3dmSGhnZnRaTmJtNnUrK0poUGVzZ1kyRXdrTTlJS2ZjSUlaQ2RuYTEzS1hXS2lvckNuRGx6WUxWYXZkNCtidHk0eWxNNUFRQVhYbmdoa3BPVDBhWk54WHZCTHJ2c01nQVZzNWRlZmZWVjFiNVRwMDcxUTlXK2w1T1RBd0NRVWg3UXVSUXlFQVlEK1l3UVlpK0FnQWlHdWtZMDQ4ZVByN2F0cGhQS1ZVT2hwbTFHdEdmUEhnQ0FvaWpwT3BkQ0JzSnpET1F6SnBNcEF3RDI3OSt2ZHlsVVR4a1pHUUFBazhtMFdlZFN5RUFZRE9RenFhbXBlVkxLWC9MeTh2RDc3Ny9yWFE3VjRmang0emg2OUNnQUhFNVBUOC9SdXg0eURnWUQrZHJuQUxCcDB5YTk2NkE2dUVjTFVrcU9Ga2lGd1VBK0pZVDRHZ0MyYk5taWR5bFVoNVNVRkFDQUVPSkxuVXNoZzJFd2tFK2RQSGx5STRDQ25UdDNvckN3VU85eXFBWWxKU1hZc0dFRHBKVEZRb2pWZXRkRHhzSmdJSi9LenM0dUE3RE00WERnMDA4LzFic2Nxa0ZLU29wN09Zei9wcWFtbHVoZER4a0xnNEY4enVWeUpRUEE2dFdySWFYVXV4eXFRa3FKWmN1V3VhL08wN01XTWlZR0EvbGNSa1pHdXBReTVkQ2hRL2pxcTYvMExvZXEyTFp0bS92OUMybnA2ZWtwZXRkRHhzTmdJSCtaRGdBTEZ5NnN2TFF6NmN6cGRHTGV2SXBCZ3FJb3oraGNEaGxVM1dzTkV6WEFzV1BIRGtWSFIzZlB6OCsvUkVxSjd0Mjc2MTBTQWZqd3d3L3grZWVmUTBxNVpkZXVYWS9xWFE4WkUwY001RGRPcDNNaWdPSjMzMzBYV1ZsWmVwY1Q4dmJ2MysvK3FORlNSVkdxci9sQmRBYURnZndtTXpQelYwVlJwamlkVGp6ODhNT1ZWL0lralowOGVSTC8vT2MvWWJmYm9TaktzeGtaR2J2MXJvbU1pNGVTeUsrT0hUdVdGaDBkSFZOU1VoSy9jZU5HOU92WEQ4MmFOZE83ckpDU2w1ZUhDUk1tNE5DaFF3Q3dLajA5ZmJMZU5aR3hjY1JBZmllRWVBREFKMGVPSEVGU1VoSjI3TmloZDBraEl5c3JDMGxKU1RodzRBQUFmRnRRVUpDa2QwMWtmRUx2QWloa1dHdzIyOXNBa2dCZzJMQmhHRGR1SEtLam8zVXVLempsNWVWaDhlTEZXTFZxbGZ1OUpHdUVFTGVtcHFaeWloalZpY0ZBbXJMWmJPTUJ2QWlndVJBQ2ZmcjB3WUFCQTlDbFN4ZTBhOWNPVFpzMmhjWENqd2s1R3k2WEMwVkZSY2pMeThQZXZYdVJrcEtDRFJzMlFGRVVBQ2lXVXM1SVQwOS9XZTg2S1hBd0dFaHpjWEZ4N2MxbTgzOEFqQlJDbkt0M1BVR3FGTUJxcDlQNVdHWm1KdGRBcDdQQ1lDRGRkT25TcFZsa1pPUWRRb2grQU9JQXRBUFFBdnhrd2JQbGtsTG1BemdCSUZOS3VjbmxjaTNOeXNvNnBYZGhSRVJCeTJhelNadk54b1dmS0NSd1ZoSVJFYWt3R0lpSVNJWEJRRVJFS2d3R0lpSlNZVEFRRVpFS2c0R0lpRlFZREVSRXBNSmdJQ0lpRlFZREVSR3BNQmlJaUVpRndVQkVSQ29NQmlJaVVtRXdFQkdSQ29PQmlJaFVHQXhFUktUQ1lDQWlJaFVHQXhFUnFUQVlpSWhJaGNGQVJFUXFEQVlpSWxKaE1CQVJrUXFEZ1lpSVZCZ01SRVNrd21BZ0lpSVZCZ01SRWFrd0dJaUlTSVhCUUVSRUtnd0dJaUpTWVRBUUVaRUtnNEdJaUZRWURFUkVwTUpnSUNJaUZRWURFUkdwQ0wwTElESWlxOVU2QU1BUTkzVWh4RU1BSUtWOHVkSnVXOVBUMHovV3VqWWlmN1BvWFFDUlFUbmRZVkJaNVcwdWwydUV0aVVSYVlPSGtvaThTRTlQM3lLbFBGbkxMZ1ZPcC9NTHpRb2kwaENEZ2NnN0o0QVBhN245bTkyN2Q5dTFLb1pJU3d3R29wcXRydWtHS2VVcUxRc2gwaEtEZ2FnR2hZV0Ztd0FVVk4wdXBTdytkZXJVSnpxVVJLUUpCZ05SRGZidjMxOHVwZnlvNm5ZaHhJYnM3T3d5UFdvaTBnS0RnYWdXVXNwcTAxRVZSZUVVVlFwcURBYWlXaHcvZm53amdPSkttMG9kRGdlRGdZSWFnNEdvRmprNU9TVUFLcDlQU05tOWUzZVJYdlVRYVlIQlFGUUhSVkVxbjJmZ1NXY0tlZ3dHb2pxVWxwWitDNkJNU21sM09Cd3I5YTZIeU44WURFUjEyTHQzYjZHVWNxMFFZbk5XVnRZcHZlc2g4amV1bFVSVUQxTEtsUURPMDdzT0lpMlk5UzZBeU9qT3JMUTZ5MlF5M1JRVkZaVjE3Tml4WC9TdWljaWZ1T3cyVVEyc1ZtdFhJY1FMQUFaWHVXbVQwK2w4T0RNejh3Yzk2aUx5TndZRFVSVldxL1VDQURPRkVHTUFvSG56NXJqOTl0c1JIaDZPOTk1N0R5ZFBuZ1FBQ1dDVm9paFA3ZHExaXlNSUNpb01CcUl6WW1Oalc0ZUhoejhzaFBnbmdQQW1UWnBneElnUkdEOStQSm8xYXdZQUtDa3B3ZUxGaS9IaGh4K2l0TFFVcUZpRmRiN2Ribi8reHg5L3pOV3hmQ0tmWVRCUXlPdlFvVU5FMjdadHg1bE1wcGtBV3BoTUpnd2FOQWlUSmszQ2VlZDVQOTk4NHNRSnZQNzY2L2ppaXkvZ2Nya2dwU3dDOEp6ZGJuK2RiNENqUU1kZ29GQm10bHF0dHdnaFpnSG9DQUE5ZXZUQWxDbFQwS1ZMbDNvOVFIWjJObDU5OVZWczNyd1pBQ0NsekJWQ1BKNldsdlllS2tZVFJBR0h3VUFoNmN4TW85bENpRzRBY01rbGwyRFNwRW5vM2J0M2d4NHZMUzBOYytiTXdlN2R1OTJiOWlpS01tM1hybDM4bERjS09Bd0dDaWxWWnhwRlIwZGovUGp4dU9HR0d5QkU0OXBCU29tdnYvNGFiNzc1Sm43NzdUZjNaczVnb29ERFlLQ1E0RzJtMGVqUm8zSEhIWGNnTEN6TXAxL0w2WFJpNWNxVldMSmtDV2N3VVVCaU1GQlFxODlNSTMvaERDWUtWQXdHQ2tvTm1XbmtMNXpCUklHR3dVREJwdEV6amZ5Rk01Z29VREFZS0dqNGVxYVJ2M0FHRXhrZGc0RUNuajluR3ZrTFp6Q1JrUm16YTRqcVFjdVpSdjdDR1V4a1JBd0dDamg2empUeUY4NWdJaU5oTUZEQU1OSk1JMy9oRENZeUFnWURCUUxEempUeUY4NWdJajB4R01qUUFtV21rYjl3QmhQcGdjRkFoaFNJTTQzOGhUT1lTR3VoMVdGa2VNRXcwOGhmT0lPSnRNSmdJRU1JeHBsRy9zSVpUT1J2REFiU1ZTak1OUElYem1BaWYyRXdrRjVDYnFhUnYzQUdFL2thZzRFMEYrb3pqZnlGTTVqSVZ4Z01wQm1qelRSYXNXSUZoZzBiaHNqSVNNMi9kbjJrcDZmajhzc3ZSMWhZR0pZc1dZSmJiNzIxemxvNWc0bDhnY0ZBZmxlZm1VWlhYbmtsWW1KaXZONy95SkVqMkxsenArZDYvLzc5cSsxVFZGU0U4UEJ3aEllSHE3YmZkTk5ObURoeG90Zkg3ZDY5T3o3Ly9QTWF6MlhFeDhmWC9jMEJHRHQyTE82Ly8zNEFRRlpXRnU2ODgwN1Y3VGZmZkRPZWVPSUpBQlhuQlo1Ly9ubHMyN1lONGVIaCtQdmYvNDRKRXlaVUM4YjkrL2ZqM252dnhmTGx5eEVkSFkwbm4zd1NGMTEwRWU2NTV4N1ZmaWRPbk1CVFR6MkZYYnQyb1czYnRuanl5U2ZScTFjdnptQWlJbU9LalkxdGJiVmFuN2ZaYk9VMm0wMzI3dDFidnZUU1M3S2dvRUJXMWF0WHIycmI2bk9ibEZKKy9QSEhjc1NJRWZMRWlSTzE3bGRWZkh5OHpNM05yZkYycDlPcCtuZjY5R2xwczltcWJYZTVYSjc3WkdabVNwdk5Kb3VMaTcwK1psSlNrbnpra1Vka2ZuNisvTzIzMytSTk45MGtWNjFhcGRxbnRMUlUzbkxMTFhMNTh1V2ViYi8vL3J1OCt1cXI1ZDY5ZTFYNzd0bXpSNjVmdjE2V2xwYktsMTU2U1E0ZVBGaDFlM0Z4c1p3N2Q2NU1TRWlRTnB0TjJtdzJoODFtbTNQNTVaZEg2ZjM4SU9PeTZGMEFCWitHekRSeU9CeTQ1WlpiYXJ6Tm0vTHljcnp5eWl2SXlzcENkblkyUHYvOGMremV2UnYzM0hNUExybmtrbHByVkJRRlVrcFlMRFczZ05sc1ZsMDNtVXhldDlmWGI3LzlodDI3ZCtQRkYxOUU4K2JOMGJ4NWM0d2ZQeDd2dmZjZS92NzN2M3ZxZXZycHA5R2hRd2VNR2pYS2M5K1ltQmhNblRvVmt5ZFB4b0lGQzNEQkJSY0FBTHAwNmVJNVdkK3ZYeitzV0xFQ2lxSjRhbzJNak1URWlSTngyMjIzdVdjd1dWd3UxK1N3c0xDeFZxdVZNNWpJS3dZRCtWS0RaeHFGaFlWaDVjcVZYbS96ZGxMNmh4OSt3QXN2dklEWTJGZ3NYcndZaVltSkdEVnFGTmF1WFl2Smt5Y2pMaTRPRHp6d0FEcDI3SWlmZnZvSlNVbEpYaDk3MEtCQlhyZW5wcWJXV205RGxKZVhBNERxc0ZHclZxMXc0TUFCQUlEZGJzZU1HVE9RbTV1TEJRc1dWTHYvMEtGRGtaZVhoenZ2dkJOUFBmVVVCZ3dZb0xwOTQ4YU51T3l5eXp5aFVGbWJObTB3WThZTWpCa3p4ajJEcVNtQTU4UER3NmZZYkRiT1lDSVZubU13Z0s1ZHU5NWlOcHQ3QVRCSktVMUNDUE9aLzAxU1N2T1ovejNiQVZUZXAvSysxYmFmMmJmeTQxUitQTlgyU3Z1NjcxL3ZmVkh4WEVvQmNEVUFYSHp4eFpnOGVYSzlaeHJWOXh6RHI3LytpcGRlZWdrSERoekF0R25UUEgvWTQrUGpzWDM3ZHBqTlpwU1ZsV0h4NHNYNDRJTVBjUFBOTjJQeTVNblYvbGdlUFhvVU45eHdBNVl2WCs0MXRPcDdmc0Z0M0xoeEdEOSt2T29jUTlPbVRaR1FrSUJISG5rRUxWdTJoTXZsd3ZEaHd4RWZINDlwMDZhaHJLd00wNmRQeC9idDI3RjkrM1k4L1BERE9IMzZOT2JNbVlQbXpadlgrTFcrL1BKTFBQLzg4eGd6Wm96bm5FTktTZ29lZSt3eEpDY25JelkydHM1NnE4NWdrbEx1RUVMRVYxeVVMaUdFUzBxcFZQbmZKWVJRcXZ4L05yZDcvZ2ZnQWxEWGZwN0w3djNPM0U4UlFyZ1VSY25ZdFd2WHUyZjFpNko2NFloQkkxSktBU0FjUUJNQVlRQThmNmtHRGh6NFBtcjVYU2lLQXFmVENZZkRBWWZEQVNrbGdEOWZlZGIxdnhiN252a2VtN3F2bjN2dXVXamF0R2t0UHhHMTExNTdEUWtKQ1Y1djI3SmxpK2R5aXhZdFlMUFpNSHYyYk5VTW5YNzkrbmxxT2VlY2MvREFBdy9naGh0dVFHcHFxdGRYMEx0Mzc0YkpaTUxtelp1OUJvTzNFVU5oWVNINjlldFg2Mmppc3NzdXc1WXRXeEFXRm9iOSsvZGo1c3labURGakJsNTc3VFdZeldiTW1UTUh6ejMzSEFZT0hJaVltQmhjZDkxMTJMVnJGOHhtTXlaTm1vU2pSNDlpNk5DaEFDcmU0WHpPT2VlbzZpOHVMc2JISDMrTVZhdFdlY0tqckt3TU0yZk94SU1QUGxpdlVBQXFmajlWM2xFZWlUUFB5VE5CWCsvblFVUC9kNnR0djVxZWF3QmdNcGxjQUJnTWZzQVJnMGFrbE9FQTJnUG9BS0FkS2tJQ0FQRElJNDk4QkFDWFhucnAyMElJaVlwWFJOSmtNaWxDQ09sME91MS8vUEZIL3Y3OSswL3MyYlBuZEZGUlVibWlLSXJKWkhJcGlxSUlJUlQzZGZjcks1ZkxwWmhNcHFyN3VFd21rK0p5dVJTejJld3ltVXlLMCtuMGJEZWJ6WXJUNlhTWnpXYkY0WEFvWVdGaExydmRycGpOWnNWdXQ3dkN3c0tVNHVKaUpTSWl3blhPT2VjbytmbjVyaFl0V2lpcHFha0tBQVdBdVZ1M2JnK1lUS2JIQUp3SEFBTUhEc1Q5OTkvdk9TWmUyUysvL0lKSmt5WjUvWGtkUDM0YzdkdTNyN1o5M2JwMUFDcG1GTlcyVkVaaFlTRzJiTmxTYlphUzI3UnAwM0RSUlJkaDNicDFXTDE2ZFkzN1ZYM011b0tocWkxYnRtRHExS25ZdG0yYjE0QmFzMllOUHZ6d1E2eFlzYUxhYmRkZWV5M2VldXN0ZE96WTBiTnQ4T0RCV0xwMEthS2kvangzdkdmUEh0eCsrKzM0N3J2dmFoMXBBRUJPVGc0V0xseUl0V3ZYdWplZGtGTE9UazlQZnhrVmg1Sk1zYkd4NXVMaVlsUHo1czNONWVYbHBvaUlDSE5aV1prNUlpTENaTGZielJhTHhleHl1VXp1LzgxbXM5bmxjcGt0Rm92SlpES1pGVVV4dVZ3dXMvdXl5V1F5bTgxbWs2SW9acGZMWlRhYnpTWWhoRmxSbE1xalc3UEpaUEkyRWpZcmltSTJtVXhWUjcydkFVQmFXaHIvaGxIZ2tsSTJrMUxXUHIybWJyMmtsSVpmT0NndUx1NWNxOVg2SDZ2VldtaXoyV1QzN3QzbFN5KzlKUFB5OG1yOHh0YXNXU05UVWxLa2xCV3pnV3cyVzYwL0NKdk5Kc3ZMeXh0MGUyWm1waHd3WUlBc0tTbVJqejc2cUh6dHRkZnEvc2xMS1FzS0N1cXNxNm9OR3piSXhNVEVHbStmTUdHQ25EOS9mclh0T1RrNXNrK2ZQcW9aVDFKS21aaVlLQXNMQzFYYlRwMDZKWjk4OHNsYWZ4Nm5UNStXYytmT2xUMTY5SERQVGlxMjJXeXZkdXJVcVlYZXo1ZUdPUE05U0wzckNGYlZYOEtRdjRTallxVFFHS3FSaGxGbFptWVdwNmVuUCtGd09Eb0RlTnZsY2prLytPQUREQjgrSEV1V0xFRkpTWWxxLzVNblQyTGV2SG5WWnZzTUh6NWM5ZS85OTk5dmRHMTVlWGw0NG9rbk1ISGlSRVJFUkdEcTFLbjQ1Sk5Qc0dyVnFrWS9OZ0JzMkxBQlI0NGNnY3Zsd284Ly9vaTVjK2RpK1BEaG50c3pNakpRV0ZpSWdvSUN6SjgvSHdjUEhzVHR0OTllN1hHU2s1TXhhTkFnMVNqRDRYQ2dyS3lzMnB2Y1dyWnNpWC8vKzk5ZVJ6MWxaV1ZZdm53NWhnMGJobmZlZVFkT3A5TXBwVnh1dDl2L2xwYVdOdlhnd1lQNVB2bkcvVUJLS2FTVVRhU1V6YVdVYmFTVTdkei9XclZxaFZhdFdxSHl0aXIvMnB5NVh4TlpjUmlYemdMUE1XakhoTWIvVVcrQ0FBcnpNeXQ5am8yTGkzdlJZckc4WEZwYWV0M3JyNzh1bGk5ZmpnY2ZmQkRYWDM4OVNrcEs4TkJERDZGNzkrNTQ5ZFZYY2VMRUNTUW1KZ0lBUHYzMFU1L1djK0RBQVV5ZE9oVUpDUW1lUDlaUlVWRjQ1WlZYTUhIaVJQejAwMCtZUEhreVdyWnNxYnFmZS9ybnlaTW5hNTNlQ2xTOHdXM216SmtvS1NsQisvYnRNWFRvVU54Nzc3MmUyMU5TVXZEZ2d3OENxRGpCdldqUklyUm84ZWVMZHJ2ZGpqZmVlQU5idDI3RnNtWExWT2NaMXE5ZmovUFBQNy9hSWFuYzNGemNkOTk5K1Bqamp6MjN1Vnd1ckYrL0h2UG16VU51Ymk1UWNWTDVXd0RUMHRQVE14cjRJOVJhR0NwZURGVTcvR3F6MmR3WHI2cmh2bllBZndENEhjRHhNOWVwbnBpa0dwRlN0a1BGay9palJqek1Qd0NrQ0NIKzhFMVYydXJhdFd1aTJXeWVEYUFuQUp4MzNua29MeS9IZ0FFRDhPaWpqK0x3NGNOSVRrNUdhbW9xVHB3NGdYUFBQUmNta3dsU1NzOEorRFZyMXFCdDI3YUlqNC8zZWc3Qzdmang0OWk2ZFN2Q3c4TlJYRnlNcFV1WFl1blNwYmpqamp0dy8vMzNlMzJuOFpOUFBvbWNuQnhjZDkxMW1ESmxDaUlpSWdCVVRHa3RLeXREZVhrNWV2ZnVqZGRlZTgwdlA1OGRPM1pnNXN5WjZOQ2hBMmJPbkltb3FDZ2tKeWRqd1lJRk1KbE1hTkdpQlo1KyttbGNkVlZOZndzcmxzVFl2bjA3NXN5WmczMzc5cm0zN1ZJVTVkR01qSXoxZmluY1QyVEZZZE5ZQUZzYjhUQzlBZXdXUWhUNnBxclF3R0RRU0UzQmNEWkxRU0RBZzhHdGE5ZXV0NWhNcG1lRkVKY0FnTlZxeGVUSmszSEZGVmVvOXBOU2VrSUJxSmlWNGo3YzlOQkREK0dGRjE2bzhSWDg0NDgvam1lZmZSWVdpd1c1dWJsNDRva25NSDc4ZVBUbzBhUEd1aFJGd1JkZmZJSHk4bkxQRzg2QWlrTmQ1ZVhsc0Znc2FOZXVzVWNEYTFaZVhvNmZmLzRaM2JwMTgxcWJ0NVBYbGUzZHV4ZHo1ODdGdG0zYjNKc09LWW95STFDbmRFb3Ayd0Q0UHdDZk5lSmhoZ0g0WGdoeHdqZFZoUVlHZzBacUNvYmV2WHRqNjFidkw0aTgzQllVd1hDRzVXeG1NRkhONnBocDVQMXQ0d0dBbzJ6OThCeUR6aHF5RkVTUWNPN2F0ZXUxdUxpNFpMUFovQ1NBaWQ5ODgwM1Q3Nzc3RHJmY2NndnV1dXN1dEduVFJ1OGFEUzAvUHg5TGx5N0ZzbVhMNEhRNkFhQUV3RnVuVDUvK2w1RlBLcFB4TVJoMGRyWkxRUVNiek16TVlnQlBYSDc1NWErRmg0Zi94K1Z5amY3Z2d3OHNuM3p5Q2NhT0hWdXZwYVpEVFZsWkdWYXZYbzJGQ3hlaXFLZ0lBSnhTeXBVT2grT3hIMy84OGJEZTlmbUxyMWJWcGJyeFVKSkdlSTZoZnVMaTRycFlMSmFYQVZ3SFFMUnUzZG96ZzZtdUdVSEJMa2htR3RWYlhZZVNWcTllamZmZmZ4K0xGaTFDNjlhdGEzcVlvTzhaZjJBd2FLU21KL21XTFZ0cVhRcWl5bTBoOHlTdk9vUHBnZ3N1d05TcFU1R1ltS2pMaC9yb0taaG1HcDJObW5xbThxcTZlL2Z1eGFSSmsycGJWVGRrZXNhWFFxdkRkRlQ1U2Q2SXBTQkM3a2xlM3hsTXdTcllaaHFkRFcvQlVIbFYzU2VlZUFLSmlZbll1blVyMXE1ZGkwV0xGcWxXMVQwajVIcUdBc2laZDJQZVhIV3Bnck5jQ3VMdlo1b2wxRmk2ZGVzMjJXYXpIWFV2aGZESUk0L0k3T3pzMm41V0FlM0lrU055K3ZUcDd1VXJwTTFteTdOYXJZK2g0azFmSVVGVzZwbURCdy9LQ1JNbXlHdXV1VWF1WDcvZTgzTnlmM0NTbEJVZmNQVDY2Ni9MaElRRStjb3JyN2gzQ2RXZWFaU0FlUmR0TU5KeUtZZ0E1OXkxYTlkclRxZXpzNVR5ZVNsbDBUZmZmSU4vL09NZm1EMTdOazZjQ0o0cDZ2bjUrWmczYng1dXV1a205L1RURWdCelRwOCsvZGYwOVBSWkNPRHBwNDNoWGxWM3pabzFxcy9ROExhcTd2dnZ2ODhwejQzRVEwa2FrVldHeFFVRkJaZzhlVEtpb3FLd2YvOStqQjQ5R29tSmlSZzBhRkJ0cTNkeVdBemc4c3N2andvUEQvOFBnTkVBTEJFUkVRRS9neWxVWnhyVnBtclBBQTFhVlpjOTB3QU1CbzFVZnBMdjNyMGJqenp5Q0JJVEUrdTlGTVNtVFpzQVBzbFZnbUVHVTZqTk5Eb2Izb0loUGo3ZXM5U0pOMTV1WjgrUWNWVStYbHBjWEN3M2JkcFU0L0ZsUlZHa3krV1NEb2RET2h3T3p6RlVIaS8xcm12WHJvazJtMjJiKzNqOFRUZmRKUC8zdi85SlJWRWFmYXpmWHhSRmtkdTJiWk1qUjQ3MG5FZXdXcTNwWGJ0MnZVYnZuNmRSU0MvbjVScXczRHA3cGdFQzQyVlZjRkJ3Wm9YSHlNaEl6d3FpM3JnL3VjckwyampsWng2SEtzbkl5TmdNb0pkN0J0T2hRNGN1bVRKbGltRm5NSVh5VENNS0RBd0c3YmlYQVc2TVA4RGxnMnVVa1pHeEVzQnE5eHBNNmVucDU5MTU1NTJHV1lNcFdOYzAwbHJsejdjZy8yQXdhS2NjRld2RDkwYkYydkpOM0RjOCt1aWpxd0RnaFJkZStFY3Q5M1d2TFYvdTN6SURudUhXWU9LYVJyN1RyMSsvT2xmVnJXc1ZXcW9iVHo1clJGWjhpbFE0S2dJaERKV21DZzhjT1BBNEFIenp6VGMxZmNDQWdvcFhsT1VBN0djK0Y1cnFRYzhaVEp4cDFEaVN5MjdyaHNGZ0FPN1BydVVIbS91UGxqT1lPTlBJTnlRL3FFYzMvRU5rQUF3RzdmaHpEU1lab21zYStZdVVNaHhBZS96NTBaNE5QZng2WEFqQmMzTm5nWCtJRElEQm9EMWZyOEhFbVVhK3g4T3YrdUVmSWdOZ01PaW0wWjhpeDVsRyttRFArQmRQMzFNb2EvQWFURnpUaUlJWjA5WUErT3JIR09vemc0a3pqWXlCUGVOZi9LRWFBSi9reHVKdEJ0T0VDUk1RSGg2T045NTRnek9ORElBOTQxLzhvY1Qwcy9FQUFCbkVTVVJCVkJvQW4rVEdWSFVHa3h0bkd1bVBQZU5mZk9jelVRMHFyOEZrTnB1ZmtWSTJrVkwraXpPTktOZ3hHSWpxY0dZTnBwVjYxMEdrRmM1S0lpSWlGUVlERVJHcE1CaUlpRWlGd1VCRVJDb01CaUlpVW1Fd0VCR1JDb09CaUloVUdBeEVSS1RDWUNBaUloVUdBeEVScVRBWWlJaEloY0ZBUkVRcURBWWlJbEpoTUJBUmtRcURnWWlJVkJnTVJFU2t3bUFnSWlJVkJnTVJFYWt3R0lpSVNJWEJRRVJFS2d3R0lpSlNZVEFRRVpFS2c0R0lpRlNFM2dXRUlxdlZPZ0RBRVBkMUljUkRBQ0NsZkxuU2JsdlQwOU0vMXJvMklpTml6MmpMb25jQkljcnBmbUpYVm5tYnkrVWFvVzFKUkliR250RVFEeVhwSUQwOWZZdVU4bVF0dXhRNG5jNHZOQ3VJeU9EWU05cGlNT2pEQ2VERFdtNy9admZ1M1hhdGlpRUtBT3daRFRFWTlMTzZwaHVrbEt1MExJUW9RTEJuTk1KZzBFbGhZZUVtQUFWVnQwc3BpMCtkT3ZXSkRpVVJHUnA3UmpzTUJwM3MzNysvWEVyNVVkWHRRb2dOMmRuWlpYclVSR1JrN0JudE1CaDBKS1dzTnJWT1VSUk90eU9xQVh0R0d3d0dIUjAvZm53amdPSkttMG9kRGdlZjVFUTFZTTlvZzhHZ281eWNuQklBbFkrTnB1emV2YnRJcjNxSWpJNDlvdzBHZzg0VVJhbDh6SlFuMElqcXdKN3hQd2FEemtwTFM3OEZVQ2FsdERzY2pwVjYxME5rZE93Wi8yTXc2R3p2M3IyRlVzcTFRb2pOV1ZsWnAvU3VoOGpvMkRQK3g3V1NERUJLdVJMQWVYclhRUlFvMkRQK0ZkS3JxOGJHeG5ZT0R3L2ZMb1JvcFhjdHdVSkt1VDA5UGIybjNuVlE0N0UvOUtOM0g0WDBvYVR3OFBCUmZOTDdsaERDcG5jTjVCdnNELzNvM1VlaGZpZ3BDUURlZlBOTjlPalJRKzlhQXRxaVJZdXdZTUVDU0NuZjFic1c4aG4yaDhhTTBrY2hHd3cybXkwT3dNV3RXN2ZHbFZkZXFYYzVBVTFLaVMrK3FGanhXRkdVOTNVdWgzeUEvYUU5SS9WUnlCNUtrbElPQjRERXhFU1lUQ0g3WS9DSlgzNzVCWWNQSHdhQW94a1pHUnQxTG9kOGdQMmhQU1AxVVNqL3hwTUFZTWlRSVhYdFIzVklTVWtCQUVncHZ3UWc5YTJHZklUOW9URWo5VkZJSGtyaU1ObDNqRFQ4SmQ5Z2YyalBhSDBVa2lNR0RwTjl4MGpEWC9JTjlvZjJqTlpIb2ZwYjV6RFpSNHcwL0NXZllYOW96R2g5RkhLSGtqaE05aDJqRFgrcDhkZ2Yyak5pSDRYY2lJSERaTjh4MnZDWEdvLzlvVDBqOWxFby91WTVUUFlSb3cxL3lTZllIeG96WWgrRjFLRWtEcE45eDRqRFgyb2M5b2Yyak5wSElUVmk0RERaZDR3NC9LWEdZWDlvejZoOUZHcS9mUTZUZldUanhvMEFqRFg4cFVaamYyak1xSDBVTW9lUzNNUGtObTNhY0pqY1NGSktmUG5sbHdDTU5meWxobU4vYU0vSWZSUXlJd2IzTURraElZSEQ1RVl5NnZDWEdvNzlvVDBqOTFFb1BRTTRUUFlSb3c1L3FWSFlIeG96Y2grRnhLRWtEcE45eDhqRFgyb1k5b2Yyak41SElURmk0RERaZDR3OC9LV0dZWDlveitoOUZDclBna1lQa3dzS0NwQ2RuYTNhdG5QblRodzhlTERPK3g0NmRBZ2ZmZlRSV1gyOTFOUlVQUGJZWTNYdVYxUlVWRzJib2lqNC92dnZJYVh2UjZkR0h2NVNnL25sTUpMV1BRTUFXVmxaR0RkdUhCUkZxWEVmclh2R0c2UDNVZEFIZzgxbWl4TkNYTnltVFJ0MDc5Njl3WTl6OHVSSkxGMjZWTFZ0L3Z6NU9IcjBhSjMzWGJObURYNzQ0WWV6K25yNzl1MURpeFl0YXQxSFNvbXhZOGRpeTVZdHF1ME9od01USjA2c3RUa2F3cWh2eHFHRzgxVi9lS04xendEQU8rKzhnOWpZMkJwSFBscjNURTAxR0wyUGd2NGNnNVJ5dUJBQ2lZbUpFRUtjOWYxemMzTUJBQkVSRWVqVXFaUG5lbEZSRVE0Y09PQzFtYkt5c3ZEZ2d3OTZyaGNWRmFGcDA2Ym8yN2R2alY5bnpabzFHRHg0Y09XNklZVEE2dFdyYTd6UGpoMDc4UGpqajJQYXRHbDQvLzMzRVJVVkJRQnd1VndRUXNCc05wL2ROMXVIWDM3NUJiLy8vanRnME9Fdm5iM0c5b2MzV3ZWTWNuSXlSbzhlcmRwbXQ5dGhzVml3WXNVS3IvZlp1bldycGozalRTRDBVZEFIQTg0TWs2Kzk5dG9HM1huaXhJa0FnQU1IRHVDdmYvMHJQdnZzTXdCQTA2Wk40WEE0TUdqUUlBQkFjWEV4SWlNajBiSmxTM3oyMldlZTlVKzJiTm1DTld2V1lQYnMyUUFxaHF3N2R1eEF6NTQ5cTMydEhUdDJBS2dJaFd1dnZSYkp5Y240eTEvK1VtdDkzYnAxdzBNUFBZVHc4SEJNbVRJRk8zZnVoSlFTVWtva0ppWjY5aXN0TGNWLy8vdGZ0R3ZYcmtFL0I4RDR3MTlxa0ViMWh6ZGE5c3pXclZzOWx5ZE1tSUQ0K0hqY2M4ODl0ZGFuWmM5NHd6N1NtYzFtaTdQWmJITFFvRUZTVVJUWlVJcWl5SjQ5ZTNxdWYvUE5ON0pYcjE3eTlkZGY5MnhMU0VpUXhjWEZxdnM1SEE0NWR1eFltWnViNjlsV1hGd3NiVFpiclY4dkl5TkREaGt5cE1IMS92YmJiM0xnd0lHcWJUMTY5SkJGUlVVTmZreEZVZVN3WWNPa3pXYVRYYnQydlZydjN5MDFucS82bzZibmk1WTlrNXFhS3ErNTVocFpVbExTb0hyOTBUUGVCRW9mQmZVNUJsbHA3WmZHREpNZERnY2NEZ2Y2OXUyTHZuMzdvclMwRk5PblQvZWNXRHQrL0RnaUl5TVJHUm1wdXQraVJZc3dac3dZdEcvZi9xeSszcnAxNjlDblQ1ODY5M3YrK2VmUnYzOS94TWZIcTdiLyt1dXZpSTZPOWx4M09wMXdPcDJJaUlnNHF6b3FDNFRoTDUwZFgvV0hOMXIyaktJb2VPV1ZWekJ4NHNRNm4rTmE5b3czZ2RKSHdYNG95U2V6TGNyS3l0Q3VYVHY4OTcvL3hiQmh3MkN6MlhEKytlZmp2ZmZlZzh2bHd2YnQyMkcxV2xYMytlR0hIL0QyMjI5ang0NGRtRDU5T2padjNxeTZ2WC8vL3A3TEd6WnM4Rnd1S2lyQzJyVnI0WFE2UFVOd3U5Mk84UEJ3MWYwLyt1Z2pQUDc0NDNqa2tVZlFvMGNQMVcwYk5teFFQZkhkUS9iR1RFWGs4RGNvK2UxTmJWcjJ6RWNmZllTZmYvNFp6ejMzSEo1NzdqbXY5ZGp0ZHFTbXBtcmFNOTRFU2g4RmJURDQ4azA3cDA2ZFFxdFdyUUJVUE9IZHJ5SzZkT21DNzc3N0RpdFhyc1RkZDkvdDJYL2Z2bjE0ODgwM1BUTWNubm5tR2M5dEpTVWw2Tk9uaitxSlhkbUtGU3ZRdVhObkxGbXl4TE10UGo0ZTY5YXRROHVXTGV1c2RkKytmVmkvZnIzcTVOdnAwNmZSckZtenMvaU8xV1FBektLZ3MrUHZON1ZwMVRPSER4LzI5TXJtelp1OW5qeDJ1VnpWZ3FBeWYvU01ONEhVUjBGN0tNbVh3K1REaHcralU2ZE9BQ3BPU0oxNzdya0FnR0hEaG1IbXpKbHdPcDI0NnFxclBQdm41T1RnZ1FjZU9PdXZjK0xFQ2J6NzdydWVrM2RuYS8vKy9aZ3laUXJHamgyTERoMDZvS1NrQklxaVlOT21UWWlKaVduUVl3S0JNL3lsK3ZQbllTUkFtNTRwS3l2RHd3OC9qUHZ1dTYvQmRmcXJaN3dKcEQ0SzJoRURmRGhNL3QvLy9vY2VQWHBBVVJRNEhBN1BZWjBtVFpxZ3ZMd2NNVEV4cWpmRzlPdlhyMEZmWjlhc1dlamZ2ejlzTmx1OTcxTmNYQXdBMkxObkQrNjk5MTdjZGRkZHVQdnV1MUZjWE94cHZJaUlDTXlhTmF0Qk5RR0JNL3lscytMWHRaRzA2SmtEQnc2Z2MrZk9HRDU4dUdxRVVSY3Rlc1liOXBIT2ZEbmI0dWVmZjVZREJ3NlVSVVZGTWpzN1d3NGVQRmhLS2VXT0hUdmsxVmRmTFZldlhpMUhqUm9sazVLUzVKNDllMVQzOVRhVG9xWVpGbDkvL2JVY01tU0l6TS9QcjNhYnpXYVRwMDZkcXJZOU96dGJqaGd4UW80ZVBWcE9telpOYnQ2OFdmWDlscFdWeWZ6OGZPbDBPcVdVVXJwY3JyUDc1bVhnektLZyt2UG5iQ1FwdGV1WnF2ZHpQOCtyY2pxZG52dHIwVFBlQkZvZitYNE1hUUJXcS9WcEljUXp3NGNQeC9UcDB4djhPTVhGeGJqcHBwdHczMzMzd1dLeDROLy8vamRHamh5SlZxMWE0ZTIzMzhiMDZkTXhhTkFnbEphV1l0YXNXZmppaXk5dzg4MDM0L0hISHdkUWNXN2dtMisrd1cyMzNWYm4xL3J3d3c5eCtQQmhIRGx5cE42dmZ1Njg4MDQwYWRJRXQ5OStPMWF1WEluUFB2c01SNDRjZ2Nsazh2eFRGQVYydXgzbDVlWDR2Ly83UDh5Wk0rZXNmZ2I3OXUzRHFGR2pBT0JvV2xwYURQaEtKK0Q1cWorODBiSm4xcTFiNTdrY0h4OWY2d3lpMHRKU3BLYW1Jams1MmU4OTR3Mzd5QUNzVnVzK204MG10Mi9mM3VpazM3VnJseWZ4eTh2THBaUlNwcVdseVo5Ly9ybmF2cW1wcWZMWXNXT2U2OE9HRFd2MDE2K053K0h3dXQzbGNrbW4weW5MeTh1bDNXNXYxS3VlaFFzWFNwdk5KcTFXYTdMZXYxZnlEVi8yaHpkNjlNejExMTlmNC9QYzVYTEo2NisvWGtxcFRjOTRFMmg5RkhRamhqT3pMVExhdEdtRHI3NzZ5aThuMWtLRmxCSTMzbmdqZnYvOWQ3aGNydjRaR1JuZjZWMFROUTc3UTN1QjJFZEJOeXRKK25tMlJTZ0pwRmtVVkQvc0QrMEZZaDhGWFRDQW4wVGxNNXhGRVpUWUh4b0x4RDRLcXVtcS9DUXEzNUVCOUdZY3FoLzJoL1lDdFkrQ2FzVEFZYkx2Qk9Md2wyckgvdEJlb1BaUlVBVURPRXoybVVBYy9sS2QyQjhhQzlRK0NwcERTUndtKzA2Z0RuK3BadXdQN1FWeUh3WE5pSUhEWk44SjFPRXYxWXo5b2IxQTdxT2dDUVp3bU93emdUcjhwVnF4UHpRV3lIMFVGSWVTT0V6Mm5VQWUvcEozN0EvdEJYb2ZCY1dJZ2NOazN3bms0Uzk1eC83UVhxRDNVVkFFQXpoTTlwbEFIdjVTamRnZkdndjBQZ3I0UTBrY0p2dE9vQTkvcVRyMmgvYUNvWThDZnNUQVliTHY3TnUzTDZDSHYxUWQrME43d2RCSEFSOE00RERaWjFKU1VnQUU3dkNYdkdKL2FDd1kraWlnRHlWeG1Pdzd3VEQ4SlRYMmgvYUNwWThDZXNUQVliTHZCTVB3bDlUWUg5b0xsajRLNkdlTDFXcmRKNFM0V084NmdvbVVjbkY2ZXZvOWV0ZEJqY2YrMEUrZzkxRkFqeGdBbk5LN2dDQlQ3SEs1RnVsZEJQa00rME1mN0NOcVBKdk5KbTAyVzBDZXBDTFNBM3ZHdndKOXhFQkVSRDdHWUNBaUloVUdBeEVScVRBWWlJaEloY0ZBUkVRcURBWWlJbEpoTUJBUmtRcURnWWlJVkJnTVJFU2t3bUFnSWlJVkJnTVJFYWt3R0lpSVNJWEJRRVJFS2d3R0lpSlNZVEFRRVpFS2c0R0lpRlFZREVSRXBNSmdJQ0lpRlFZREVSR3BNQmlJaUVpRndVQkVSQ29NQmlJaVVySG9YUUQ5eVdxMXp0YTdCcXJSSlFEQ0FPeld1eEFpZjJNd0dFTUpnRWdoeEVONkYwSjF1bGJ2QXNpalRPOENnaFdEd1FBVVJibEdDTkZUN3pxb1prS0lsd0ZBU3Nud05nZ3BaWmJlTlJCUkNMUFpiTkptczBtOTZ5RFNBazgrRXhHUkNvT0JpSWhVR0F4RVJLVENZQ0FpSWhVR0F4RVJxVEFZaUloSWhjRkFSRVFxUXU4Q2lJd29QajUrbXFJb3Q3cXZDeUd1QkFBcDVjNUsyemFtcGFVOXJFZDlSUDdFZHo0VGVhRW9pdDBkQnBWVjN1Wnl1YjdWdGlvaWJYREVRT1RkT1ZhcnRVUUlVVk9QeVBMeTh1YTdkKzh1MHJRcUlnM3dIQU9SZDJVQWZxcmw5cU1NQlFwV0RBYWlHZ2dobHRaMG01VHlZeTFySWRJU2c0R29CZ1VGQlFzQVZGczRUMHFKVTZkT1RkZWhKQ0pOTUJpSWFyQi8vLzRDS2VVdlZiZWJUS2JjN096czAzclVSS1FGQmdOUkxhU1V5NnR1YzdsY24rdFJDNUZXR0F4RXRUaCsvUGo4cXR1Y1R1ZFRldFJDcEJVR0ExRXRjbkp5OHFTVTJaVTI1ZjM0NDQrNWV0VkRwQVVHQTFFZEZFVlpVZW5xVjdvVlFxUVJCZ05SSGV4MisxeWdZamFTMCtsOFd1OTZpSWpJQUt4VzYyR2J6WFpTN3pxSXRNQzFrb2pxUVVxNUNzQmY5SzZEU0F0Y0s0bDBFeDhmSHltbHZGWksyVmNJa1FBZ0JrQWJBR0U2bHhab25GTEtrd0J5aEJEZkEwZ3BMaTVldDNmdjNrSzlDNlBBeEdBZ3pWMXh4Uld0d3NMQ3BnRjRFRUJ6dmVzSlJsTEtZaW5sVzRxaXpNck16RHl1ZHowVVdCZ01wS240K1BoL0tJcXlVQWpSU2dpQmJ0MjZJU0VoQVRhYkRURXhNV2pac2lVc0ZoN2hQQnRPcHhQNStmazRldlFvMHRMUzhQMzMzMlBuenAyUVVnSkFBWURKYVdscDcraGJKUVVTQmdOcHhXeXoyVjRHTUJrQSt2YnRpOG1USitPQ0N5N1F1YXpnbEpPVGc3bHo1K0xycjc5MmIzbzdMUzF0UEFDbmptVlJnR0F3a0JZc05wdHRFWUE3bXpWcmhxZWZmaG9EQmd6UXU2YVFzRzNiTmp6MTFGTTRkZW9VQUh3aWhMZ2xOVFhWb1hkZFpHeG12UXVnNEdlMVdsOFVRdHpmcmwwN0pDY253MmF6NlYxU3lPalFvUU1HRFJxRWxKUVVGQllXL2cxQWg2TkhqMzZxZDExa2JCd3hrRjkxNjlidE5wUEo5SDdMbGkzeHpqdnY0QzkvNFl4UFBlVG01bUxNbURINDQ0OC9BR0JpV2xyYTYzclhSTWJGWUNDL3NWcXQ1d3NoZmphYnpjM256WnVIbmoxNzZsMVNTUHZ4eHg4eGR1eFlPQnlPWXFmVEdaZVZsWFZRNzVySW1MZ2tCdm1ORUdJT2dPWWpSNDVrS0JqQTVaZGZqdnZ1dXc5Q2lITXRGc3RiZXRkRHhzVVJBL2xGWEZ4Y1Q0dkZzaTA2T2hxclY2OUdlSGk0M2lVUkFJZkRnWkVqUnlJN094c3VsMnR3UmtiR2VyMXJJdVBoaUlIOHdtdzJ6d1NBZSsrOWw2RmdJR0ZoWVpnMGFSS0FQMzlIUkZVeEdNam51bmJ0R2l1RUdCd1RFNE5odzRicFhRNVZjZFZWVjZGVHAwNEEwQ3MrUHA3SCtLZ2FCZ1A1bk5sc3ZnY0Ficnp4UmdqQm81VkdJNFJBVWxJU0FFQlJsQ2s2bDBNR3hHQWduNHFOalEyWFVvNjJXQ3dZTVdLRTN1VlFEZnIzNzQrd3NEQUlJWVpjZU9HRjUraGREeGtMZzRGOEtqdzgvQ29oUkd1cjFZcVdMVnZxWFE3Vm9HblRwdWpidHk4QXRHamR1dlZ3dmVzaFkyRXdrRTlKS1FjQlFFSkNndDZsVUIydXZ2cHFBSUNVOG5xZFN5R0RZVENRVHdraGhnSVZKempKMkxwMjdlcSsyRWZQT3NoNEdBemtNN0d4c2EyRkVKZTJidDJhcTZZR2dPam9hRVJGUlVFSWNXRmNYRng3dmVzaDQyQXdrTStFaFlYRkFVRG56cDMxTG9YcUtTNHVEZ0Jnc1ZnU2RTNkZESVRCUUQ0amhQZ2JBRngwMFVWNmwwTDFkT21sbDdvdnh1dFpCeGtMZzRGOHhoME1nWFFZNmR0dnY4WDgrZk9yYlI4eFlnUVVSYW5YWS9UdTNkdlhaV2ttSmlZR0FDQ2wvS3ZPcFpDQjhETVV5V2VrbEpjSUlkQ3hZMGU5UzZrWEtTV1NrNVB4OE1NUFY3dnQwS0ZEN28vRzlCZ3laSWpYeDdIYjdWNXZtemx6Sm5yMDZPR2JZdjBrS2lyS2ZURXdmbW1rQ1FZRCtWSTBBTFJ0MjFidk91cmxpeSsrUUtkT25kQ3RXemRrWjJmajdydnZWdDArYU5BZzFmVU5Helo0Zlp6ZXZYdGozYnAxZnF2VG4xcTBhT0crMkViUE9zaFlHQXprTTBLSTh3Q2dWYXRXZXBkU3A5T25UMlBKa2lWNDY2MjM4TjU3NytHbm4zNVMvZUdQajQvSDExOS9EYk01dUQva3NIbno1Z0FBSVFTRGdUd1lET1JMNXdKQVpHU2szblhVYWUzYXRUaCsvRGpHamgyTC9QeDhyRml4b2w3MzY5MjdOOXEzVjgvc2REZ2NHRDc4enpjUEh6bHlCRHQzN3ZScHZmNXl6am1lMVRBaTlLeURqSVhCUUw0VUFTQWdsdG0rK2VhYk1YejRjRHoyMkdOSVNrcENWRlFVK3ZmdnI5cW44cUdrK2ZQbmUyYndmUHFwK2lPVGUvZnVyZG9XU0Nlanc4TEMzQmVOLzBzanpUQVl5T2NDWVVYVmlJZ0lyRnExQ21GaFliajU1cHNCMUh3T0lVUVkvNWRHbW1Fd2tNOUlLY3VFRUUzTHk4c05mempwNE1HRGVQbmxsMkcxV2pGNjlHaEVSa1ppd1lJRk5jNDhxbnh5K1lZYmJ2QmNMaWdvZ04xdXg0QUJBeEFSVVhFMHhtNjMrN2Q0SDNJNEhPNkw1WHJXUWNiQ1lDQmZLZ2JRdExTMDFQREIwTFJwVTl4eHh4M28xS2tUT25YcTVIbnZ4ZkhqeDVHYW1xcmF0M3YzN3A3THMyZlA5aXdRdUhuelpyejExbHY0K2VlZjBibHpaenp6ekRPSWlvckNsaTFidFB0R0dxbTh2Q0lQcEpSbE9wZENCc0kzdUpIUENDRnlBZURVcVZONmwxS245dTNiNDhFSEg4UjExMTJIVHAwNllkKytmZlc2WDBKQ0FrcEtTdkQ4ODg5aitmTGxtRGR2SGl3V0N4NTk5RkZNblRvVktTa3BBYld5YkVGQmdmdmlDVDNySUdOaE1KQXZIUVdBdkx3OHZldW8wOEdEQjdGNDhXTGNmLy85Nk4rL1ArYk1tVlBuZmV4Mk96NzY2Q09NR2pVS0hUdDJ4UHo1OHozdkEralVxUlBtenAyTDVjdVhZOUtrU2NqTXpQVDN0K0FUK2ZuNUFBQWhCSU9CUEhnb2lYeEdTcmxQQ0RINDhPSEQ2TldybDk3bDFPclFvVU00ZWZJa2JyMzFWc3lhTmNzem54K28vZzVuUlZIZ2REb3hldlJvWEhIRkZVaE9Ua2E3ZHUycVBXYmJ0bTJ4WU1FQ3JGMjdGdi82MTcvdzBrc3Y0YTkvTmZaS0U3bTV1ZTZMaC9Xc2c0eUZ3VUErSTZYY0k0UkFkbmEyM3FYVTZlcXJyL1o4VUUxbGI3enhCbnIyN0tuYXRtUEhEbGdzRnJ6MzNudVZwM2Q2M0hiYmJaN0xRZ2dNSFRvVVE0Y085WDNSZnBDVGt3TUFrRkllMExrVU1oQWVTaUtmRVVMc0JSQVF3VkNUcXFFQS9IbnkyVnNvQU1ERWlSUDlXcE0vN2RtekJ3Q2dLRXE2enFXUWdUQVl5R2RNSmxNR0FPemZ2MS92VXFpZU1qSXlBQUFtazJtenpxV1FnVEFZeUdkU1UxUHpwSlMvNU9YbDRmZmZmOWU3SEtyRDhlUEhjZlRvVVFBNG5KNmVucU4zUFdRY0RBYnl0YzhCWU5PbVRYclhRWFZ3anhha2xCd3RrQXFEZ1h4S0NQRTFnSUI2azFlb1NrbEpBUUFJSWI3VXVSUXlHQVlEK2RUSmt5YzNBaWpZdVhNbkNnc0w5UzZIYWxCU1VvSU5HelpBU2xrc2hGaXRkejFrTEF3RzhxbnM3T3d5QU1zY0RrZTFWVWpKT0ZKU1V0ekxZZnczTlRXMVJPOTZ5RmdZRE9SekxwY3JHUUJXcjE1ZDdlTXhTWDlTU2l4YnRzeDlkWjZldFpBeE1Sakk1ekl5TXRLbGxDbUhEaDNDVjE5OXBYYzVWTVcyYmR2YzcxOUlTMDlQVDlHN0hqSWVCZ1A1eTNRQVdMaHdZZVdsblVsblRxY1Q4K1pWREJJVVJYbEc1M0xJb0lMN0EyMUpOOGVPSFRzVUhSM2RQVDgvL3hJcHBXcnBhdExQaHg5K2lNOC8veHhTeWkyN2R1MTZWTzk2eUpnNFlpQy9jVHFkRXdFVXYvdnV1OGpLeXRLN25KQzNmLzkrekowN0Z3QktGVVVacjNjOVpGd01Cdktiek16TVh4VkZtZUowT3ZId3d3OVhYc21UTkhieTVFbjg4NS8vaE4xdWg2SW96MlprWk96V3V5WXlMaDVLSXI4NmR1eFlXblIwZEV4SlNVbjh4bzBiMGE5ZlB6UnIxa3p2c2tKS1hsNGVKa3lZZ0VPSERnSEFxdlQwOU1sNjEwVEd4aEVEK1owUTRnRUFueHc1Y2dSSlNVbllzV09IM2lXRmpLeXNMQ1FsSmVIQWdRTUE4RzFCUVVHUzNqV1I4UW05QzZDUVliSFpiRzhEU0FLQVljT0dZZHk0Y1lpT2p0YTVyT0NVbDVlSHhZc1hZOVdxVmU3M2txd1JRdHlhbXByS0tXSlVKd1lEYWNwbXM0MEg4Q0tBNWtJSTlPblRCd01HREVDWExsM1FybDA3TkczYUZCWUxQei9xYkxoY0xoUVZGU0V2THc5NzkrNUZTa29LTm16WUFFVlJBS0JZU2pralBUMzlaYjNycE1EQllDRE54Y1hGdFRlYnpmOEJNRklJY2E3ZTlRU3BVZ0NyblU3blk1bVptVndEbmM0S2c0RjAwNlZMbDJhUmtaRjNDQ0g2QVlnRDBBNUFDL0FqWjgrV1MwcVpEK0FFZ0V3cDVTYVh5N1UwS3l2cmxONkZFUkVSRVJFUkVSRVJFUkVSRVJFUkVSRVJFUkVSRVJFUkVSRVJFUkVSRVJFUkVSRVJFUkVSRVJFUkVSRVJFUkVSRVJFUkVSRVJFUkVSRVJFUkVSRVJFUkVSRVJFUkVSRVJFUkVSRVJFUkVSRVJFUkVSRVJFUkVSRVJFUkVSRVpGUC9ELzR6SGp1ZUFDZXJBQUFBQUJKUlU1RXJrSmdnZz09IiwKCSJUaGVtZSIgOiAiIiwKCSJUeXBlIiA6ICJmbG93IiwKCSJWZXJzaW9uIiA6ICI1Igp9Cg=="/>
    </extobj>
    <extobj name="ECB019B1-382A-4266-B25C-5B523AA43C14-7">
      <extobjdata type="ECB019B1-382A-4266-B25C-5B523AA43C14" data="ewoJIkZpbGVJZCIgOiAiMTUyMzA0MDAzNDkyIiwKCSJHcm91cElkIiA6ICI0NzEyNzM1MzgiLAoJIkltYWdlIiA6ICJpVkJPUncwS0dnb0FBQUFOU1VoRVVnQUFBUG9BQUFIY0NBWUFBQUQvYnJlaUFBQUFDWEJJV1hNQUFBc1RBQUFMRXdFQW1wd1lBQUFnQUVsRVFWUjRuTzNkZVh3VEJmcjQ4YytrSjIxRktHWERWUkFWdjRBRjI3SXN1QUllUlVSQWtZSVVWMVJRUkJmMFZ4SEZCZkg2Z2d0MHhWZHhkMUVSWWZ0ZEZqa3JoUytIc0NDSGdFaHBTNkY4clJTUTViQ2xVT2g5cE1uOC9naUpLVDFvMHlTVE5zLzc5ZXFMWkRLWmVSTG15VHp6ekFWQ0NDR0VFRUlJSVlRUVFnZ2hoQkJDQ0NHRUVFSUlJWVFRUWdnaGhCQkNDQ0dFRUVJSUlZUVFRZ2doaEJCQ0NDR0VFRUlJSVlRUVFnZ2hoQkJDQ0NHRUVFSUlJWVFRUWdnaGhCQkNDQ0dFRUVJSUlZUVFRZ2doaEJCQ0NDR0VFRUlJSVlRUVFnZ2hoQkJDQ0NHRUVFSUlJWVRUS0ZvSDBJejVBRkhBY0dBZzBCbG9oWHpuanFJQytjQjU0RHRnQy9BTlVLRmxVTUp6S01CWTRDem1oVkgrWFBmM0MvQWM4bU5halh3aGpuVXI4QVh3SkVDUEhqMFlQbnc0OTkxM0gxMjdkcVZseTVib2REcHRJMndtVkZXbG9LQ0FzMmZQY3ZEZ1FUWnYza3g2ZXJybDVXM0FlT0NLZGhHNkYwbDB4d25HdklEMTFldjF2UGZlZXd3Yk5renJtRHpLdDk5K3k3dnZ2c3U1YytjQVRnQVBBVG5hUnVVZUpORWR3eC9ZRGd5TWlJamd5eSsvSkRnNFdPdVlQRkpCUVFGLy9PTWYyYjkvUDBBcU1BQW8wVFlxN1hscEhVQXpzUkFZMjZ0WEwxYXRXa1hMbGkyMWpzZGorZm41TVdMRUNKS1RremwvL254N29DdVFxSFZjV3BNMWV1TU5BdllFQndlemRldFc5SHE5MXZFSUlDOHZqMGNmZlpTY25CeUFrY0JHalVQU2xIU0dHc2NMV0FUdzNudnZTWks3a2VEZ1lCWXNXR0I1K2hmQVc4TndOQ2VKM2ppUEFlR1JrWkdNSERsUzYxakVEUjU0NEFFZWVPQUJnTHVBNTdXTlJsdVM2STB6QStDMTExN1RPZzVSaTlqWVdNdkRWN1NNUTJ1UzZQYTdHN2ozOXR0dlorREFnVnJISW1vUkhoN08zWGZmRGRBTDZLZHhPSnFSUkxkZk5FQlVWQlNLSWoxTmQ2VW9DdEhSMFphbkV6UU1SVk9TNlBZYkRjaEJNVTNBZ0FFRExBK2p0SXhEUzVMbzlta0gzQk1TRWtKNGVMaldzWWlidU91dXUralFvUU5BTjh3bkYza2NTWFQ3aEFPRWhZVkoyZDRFS0lwQy8vNzlMVThIYVJtTFZpVFI3ZE1ib0d2WHJsckg0VFFsSlNXOCt1cXJWRlJVUCt0ejd0eTViTjY4V1lPbzdOZTllM2ZMUTQ5c3lIbjBRUVNOMEJPcUxEeHV5NllSVlMvdnYvOCt2WHYzSmpzN20rTGlZbng5ZmF1OGZ1clVLZExUMDVrMGFSSUFCb01CSHg4Zmg4WHJMTGZmZnJ2MW9aWnhhRVVTM1Q1M0FkeDU1NTFheDNGVC8vakhQNnlQSjB5WXdNS0ZDMm5UcG8xMTJOV3JWNWsyYlpwMXZNREFRQUF1WExoQWFHaG90ZW10WGJ1V1J4NTVoSGJ0Mm5IdTNEbm16Sm5ESjU5OGdyKy92MU0vUjJOMTZ0VEo4ckQ2aC9JQWt1ajI2UURRcWxVcnJlTzRxUnRQc0FrTURLd3l6R0F3VkJ2UHRncXdQRjY0Y0NIbDVlWDgrT09QdlBLSytkaVQwTkJRMnJadHk2Wk5tM2p5eVNlZDloa2NJU2dveVBJd1JNczR0Q0xiNlBacEE5V1RxTGxZdTNZdC9mdjNaOHFVS2F4ZHU1WldyVnJoNit2TEYxOTh3Zmp4NHdrS0NzSmtNbEZTVXNMZ3dZTkpTa3FpcUtoSTY3RHJaS2xVTUY4Y3hPUElHdDArL2dDMzNIS0wxbkU0aFplWEZ4Y3VYQ0E2T2hxZFRrZGhZU0hmZlBNTlo4NmNZZVhLbFN4YnRveUtpZ29DQXdNSkNnckMyOXViclZ1M3V2VmEzU2JSZmVzYXI3bVNSTGVQQXJqOXJyV2twQ1FTRWhLcURIdjU1WmRySE5lMlhGKzllalhaMmRsMDd0eVpuSndjZ29PRGVmamhoK25ac3lkNnZaN1dyVnRYdVN6Vy92MzdXYjE2dFZzbnVzMy9sWHYvcHptSkpMcDl5b0RBd3NKQy9Qejh0STZsVm84KytpZ1BQdmdnQUJVVkZVeWVQSm0vL3ZXdlZTcVJHNXR4QVAvNXozL28wS0VEdnI2K25EbHpodHR1dTQzUTBOQWFtM01BL2Z2M3AwK2ZQazc5TEkxVlhGeHNlZWlSVjRtVlJMZFBIaEJZVUZCQVNJajc5blo4ZlgydHU4Y3VYNzZNVHFlalhidDJlSG45ZW1HaG1wcHhQL3p3QTc2K3ZsUlVWSEQwNkZGNjllcEZXVmtaZi9qREgycnNycGVWbFpHWTZONFhjYkZKOUFJdDQ5Q0tKTHA5TGdLaCtmbjVXc2RSYjFsWldiUnYzNzVLa3RmbXdRY2Y1S2VmZnVKUGYvb1RlWGw1TEZ5NDBQcmF5cFVycTR4ck1CaUlpWWx4ZUx5T1p0TXN6TlV5RHExSTE5MCtKOEdjUEUyQnlXUml3NFlOdG9lQjFzbkx5NHNwVTZiUW9rVUx5c3JLdUhEaGdwTWpkRDZiejNCZXl6aTBJb2x1bnhNQVAvNzRvOVp4M0ZScGFTbC8rY3RmS0NvcVl0U29VZlYrMzVZdFc4ak56V1hpeEluOCtjOS81c1NKRTA2TTB2bE9uejV0ZmFobEhGcVIwdDArNlFCbnpwelJPbzQ2NWVUazhNNDc3OUMyYlZ2bXpwMUxRRUJBdmQ2M1lzVUt0bTdkeXB3NWM3ajk5dHZwMHFXTHRSRTNmdng0WjRic05EWS95b2UxakVNcmt1ajJTUVBJeU1oQVZWVzMzYzJtMSt1Wk9IRWkvZnYzcnpYR29LQWc2NUZ1Rmxldlh1V2RkOTZ4SGgvZXZYdDN5c3JLQVBPUGdLMm1zSTJ1cWlvLy9QQ0Q1ZWxlTFdQUmluc3VvVTFEQnRCejA2Wk45T3JWUyt0WW5FNVZWYzZkTzBmbnpwMnJEYjk0OFNJZE8zYlVLTEtiTzNYcUZGRlJVUUJuOE5DVFdtUWIzWDZKWU42VzlRU0tvbFJMY3N0d2QwNXlnTysrKzg3eWNKZVdjV2hKRXQxKzZ3RjI3ZHFGcXFwYXh5SnFvYW9xU1VsSmxxY0pkWTNibkVtaTJ5OE5TTTNNek9UUW9VTmF4eUpxa1pHUlFVcEtDa0Ftc0UvamNEUWppZDQ0Q3dEaTQrTzFqa1BVNG05Lys1dmw0V0l0NDlDYUpIcmpyQWQrL1A3Nzc5bXhZNGZXc1lnYmZQLzk5MnpidGczZ0xQQ3B4dUZvU3JydWpmY0lzRTJ2MTdOMTYxYTVYYktiS0Nnb1lNU0lFZnpuUC84QitBUHdsY1loYVVyVzZJMzNEYkFzSnllSGwxOSttZkx5Y3EzajhYZ1ZGUlc4L3ZycmxpVGZnSWNuT2NqOTBSM2wzOENqRnk1Y2FKK1dsc2Jnd1lQZCt2VFY1cXk0dUpocDA2YXhmZnQyTURmZ2h1R2hwNmJha2pXNlk1UmdYcUJPZlBmZGQ0d1lNWUlEQnc1b0haUEhPWExrQ0tOR2piSnNsNThCaGdDRjJrYmxIbVFiM2JIYUFLdUF3UUI5Ky9abDdOaXgzSFBQUGJSdjM1NmdvQ0MzUFZ5MnFWRlZsZUxpWXJLenMwbFBUMmZkdW5XMlA2NEhNTjh5SzF1N0NFVnpwd0JUZ1Y4QVZmNWMrbmNaZUFPcFZLdVIxWXZ6K0FKamdaSEFQWUFldUFYNXpoMUZCWW93WDBqaUtMQVorQmZteTN3Skllb1NHUm1wUmtaR3lqRzl6WXlVT0VKNEFFbDBJVHlBSkxvUUhrQVNYUWdQSUIxZ0R4Y1JFUkVGUEdwNXJpaktkQUJWVlJmYWpIWXdOVFYxdmF0akU0NGoxNHdUbFpia3RtVTd6R2cwTnV3bTY4THRTT251NFZKVFUvZXJxcHBYeHlnRmxaV1ZtMTBXa0hBS1NYUlJDYXl1NC9WL1oyUmtlUHhKSVUyZEpMcUE2eGU2ckltcXFtdGRHWWh3RGtsMFFXRmg0VDVxdVBtZ3FxckZWNjllM2FCQlNNTEJKTkVGV1ZsWjVhcXFycnR4dUtJb3UzNysrV2M1ZHJ3WmtFUVhBS2lxV20zM21jbGtrbDFxellRa3VnRGcwcVZMdTRGaW0wR2xCb05CRXIyWmtFUVhBRnk4ZUxFRTgvWFZMUFprWkdRVTFUYSthRm9rMFlXVnlXU3kzVTZYSmx3eklva3VyRXBMUzNjQ1phcXFWaGdNaGpWYXh5TWNSeEpkV0dWbVpoYXFxdnEvaXFKOGQrellzYXRheHlNY1I0NTFGMVdvcXJvR2FLZDFITUt4NU93MUY0bU1qSHhKVmRYRmlxSklGYVVoVlZWL1NFMU43YWQxSEs0bUM1M3J2Q0ZKcmoxRlVTSzFqa0VMVXJxN1FFUkV4RDNBbmExYXRlTExMNytVYTd0cllNMmFOYXhhdFFwVlZUM3lIdW15aG5HTmtRQjkrdlNSSk5lQXFxcnMyYk1IQUpQSjlDK053OUdFSkxvTEtJcnlETUNnUVlPMERzVWpuVDE3bGw5KytRWGdsNk5Iais3V09CeE5TS0k3bVczWkhoWVdwblU0SHVtSEgzNEFRRlhWTFpodi9PQnhKTkdkVDhwMkRVblpiaWFKN21SU3RtdEx5bll6U1hRbmtySmRlMUsybTBtaU81ZVU3UnFTc3YxWGt1aE9KR1c3dHFScy81VWt1cE5JMmE0OUtkdC9KWW51UEZLMmEwaFZWWGJ2M2cxSTJRNlM2RTRqWmJ1MnpwNDlTM1oyTmtqWkRraWlPNFdVN2RxVHNyMHFTWFRuY011eXZhREFmT2wyVlZYNThNTVBBU2dxTWw4V3ptQXc4TzY3NzNMNTh1VWEzM3ZxMUNsVVZiVytmLzc4K1Z5OTZwN1hwcEN5dlRvNWU4MEpuRjIyUjBkSGM4c3R0OVJyM01MQ1FoSVRFOG5OelNVMk5wYVpNMmZTczJkUGpodzVBa0I4ZkR4VHBremg4dVhMbkRwMWl1RGc0QnFuczJMRkN0cTBhY1BVcVZPcHJLemtoeDkrNFBubm43L3AvUGZ2MzgrYU5Xdkl6czZtYmR1MmpCMDcxdW1iTTFLMlZ5ZUo3bUN1S050MU9oMEpDUWtjUG53WWdMNTkrNUtlbms1K2ZqNERCdzdrNE1HRDZIUTYrdlhyeDVneFl3Qm8yN1l0TVRFeEpDUWtNSC8rZkFDT0hUdEdpeFl0Q0E0TzV0dHZ2eVU4UEJ5ZHJ1WWliOGFNR2N5ZVBadHQyN1l4Y09CQUFQejkvZXVNODhpUkk4VEh4ek5od2dSNjllckYvdjM3V2JSb0VjSEJ3VTdkcEpHeXZUcEpkTWQ3SEZ4VHRvZUdoaElYRjBlUEhqM1l1M2N2a1pHUjVPYm1zbkxsU21iTm1sVTlzTWNmNTVGSEhySEdGUllXUm1ob0tBQ0hEaDNpM0xsempCOC9IakNYOGo0K1B2ejk3My9IeDhjSFZWVjU0NDAzYU5HaUJUazVPU2lLZ2s2bm83aTR1TnA4QWdJQ1VCU0ZWYXRXRVJVVnhmRGh3d0hvM0xrekdSa1piTnEweVdtSkxtVjd6U1RSSFV4UmxHZkIrZDMydkx3ODVzMmJCNWpYdGxldVhPSGt5Wk9BZVkwL2YvNThac3lZWVIxLzd0eTVuRDU5R29DeU12TmRsbDU0NFFVQVpzK2VUVlpXRml0V3JDQWdJSURMbHk4emVmSmt2dmppQzFxMmJNbjQ4ZU1wS1NtcEZzT3p6ejViWTJ6eDhmRzBidDJhVTZkTzhkUlRUMVY1clUrZlBuejk5ZGVOL1BTMWs3SzlacExvRHVUS2JudFNVcEwxY1ZsWkdiNit2dFhHMmI1OXUvWHg3Tm16TVJxTmJObXloUU1IRHBDWm1jbnZmLzk3WW1KaVdMUm9FUUM1dWJsMDZkS0Y3T3hzQWdNRGFkbXlKV0RlUHJlMWFkTW1qaDQ5eXV6WnM2c01OeHFOUFBua2szaDdlMXVPU0tOOSsvWlZ4bW5YcmgxRlJVV1VsWlhkdFBTM2g1VHROWk5FZHl5WGxlMFRKMDZrdExTVUJRc1cwTHQzYit2YWVmbnk1VlJXVmpKcDBpUVVSV0h6NXMwQTdONjltMDJiTnZIZ2d3L3l3UWNmTUc3Y09LS2lvbGk2ZENuOSt2V2pyS3lNek14TXVuVHBRbVptSnQyNmRhdDEzc2VQSDZkNzkrNlVsSlRnN2UxdC9aR3BxRERmUnQzSHg0ZlMwbElBL1B6OHFyelg4cnlpb3NMaGlXNWJ0aHVOeHBVT25YZ1RKNG51V0M0N1NPYjQ4ZU44L3ZublhMeDRrV3ZYcnZINjY2OEQ1clZxNTg2ZGVldXR0NGlPanJhTzM2MWJOK3N1c2RqWVdKWXNXVUpJU0FqVHBrMEQ0TnExYXh3NGNJQWhRNFp3K1BCaCt2ZnZYK044UzBwS09IcjBLT1BHaldQMTZ0V2NPSEdDbVRObkVod2NqTUZnQU15Sjd1UGpBMkFkWmxGZVhnN2N2SkZuRDV1eVBUczlQZjFiaDgrZ0NaTkVkNURJeU1qZVFEZFhIU1N6YytkT3hvNGR5NG9WSzRpUGo3Y09qNDJOWmZyMDZlemJ0OCs2anh4Zzc5Njk3Tml4Zy9MeWNzckt5cXBzdnk5YnRveEJnd2F4WnMwYXRtL2ZUbFpXVnBYWGJXM2Z2cDJPSFR2U3RXdFh1blRwd3VMRmk1azVjeWJ2dmZlZXRXUHY3KzlQbXpadEFQUG1nRjZ2dDc0L056ZVg0T0RnR2pjMUdzdW1iTitNbE8xVnlBRXpEcUtxcWtzUGtvbU5qYlh1NWdLSWk0dGo2dFNwZE8vZW5ieThQSktUa3hrOGVMRDE5YWVlZW9yaHc0Y1RFaExDeXBVcldiWnNHVE5uenFSRGh3NEE2UFY2Qmd3WXdHZWZmY1pERHoxVTQvNzAvUHg4RWhNVHJidnNkRG9kVTZkT0pTb3FDa1ZSS0NrcFFWRVUvUHo4ME92MWhJU0VrSnljWEdVYXljbkpoSWVITy96N2tMSzlickpHZHh4TmptMzM5L2NuSnllSEdUTm1XSTljUzBwS3FyWnRyS29xeGNYRmxKYVdXdGZnUzVZczRhV1hYcktPRXhRVUJKaDNqOTNJYURRU0h4L1BIWGZjd2IzMzNtc2RyaWdLWThlT0JTQXRMWTBXTFZwWWYraWlvNk5adG13WkhUdDJwSHYzN3V6YnQ0K3NyQ3hlZnZsbHgzNEpTTmwrTTVMb0R1RHFzdDFXVEV3TUN4Y3V0Rzc3S29xQ1hxL254UmRmckRLZW9pZzgrK3l6eE1URThNa25uL0RPTysrZzErdXQyOG9iTjI1a3o1NDlUSjQ4bWVYTGwyTTBHcGt3WVFKZVhsNFlEQWJpNCtPNWNPRUNjWEZ4MW1sZXZueVpvS0FnL1B6OHlNL1BaOHVXTGRiOThnQkRodzZsckt5TTFhdFhVMWhZU05ldVhYbjMzWGV0VllRalNkbGVOMGwwQjFCVmRhU2lLQzRyMjAwbWsvWEFscHBjdm55WjExNTd6VG91bUk5VlQwNU9adi8rL2JScDA0WVBQL3lRTTJmT3NINzlldHEyYmN1aFE0ZjQ4TU1QQ1EwTnBYUG56c1RGeFhIczJERm16cHpKZ2dVTEtDa3A0WU1QUHFCVnExYlcrWHowMFVmODlOTlAxdWNoSVNHOCtlYWJWV0o1NG9rbmVPS0pKeHo1OGF1UnN2M21KTkVkdzZWbGUzQndNRXVYTHEzWHVKTW1UUUlnSlNVRlgxOWZaczJhUmJ0MjVuc285dWpSZzZpb0tCSVNFdmpvbzQ4SURBd0VvR2ZQbm56ODhjZnMyN2NQdlY3UHNHSEQ2TmV2WDdYajYyZlBuazF4Y1RGR294RWZIeDlDUWtJME9ZbEh5dmFiYzU5VHE1cW82Mlg3VWJuZGtuWnNicmYwWldwcTZpU3Q0M0ZIMG5WdkpGZDMyMFZWVXJiWGp5UjY0OG1WWkRRa1pYdjl5RFo2STJqWmJSZG1jbXg3L2NnYXZSR2tiTmZXRFdXN25KSmFCMG4weHBHeVhVTlN0dGVmbE81MmtySmRlMUsyMTUrczBlMGtaYnUyYk10MlJWR2tiTDhKU1hUN1NkbXVJZHV5UFNVbFJjcjJtNURTM1E1U3RtdFB5dmFHa1RXNkhhUnMxNWFVN1EwblM2a2RJaUlpZmxJVXBmWnJMUWxYeVU1SlNlbUFyTkZ2U2twMys3am5MVW84aUdvKytYNDVrdVJDTkZ4a1pLUWFHUmtweWRQTXlEYTZFQjVBRWwwSUR5Q0pMb1FIa0VRWHdnUEk3alVQRnhFUkVRVThhbm11S01wMEFGVlZGOXFNZGpBMU5YVzlxMk1UamlPNzEwU2xKYmx0MlE0ekdvM1JONzR1bWhZcDNUMWNhbXJxZmxWVjgrb1lwYUN5c25Lenl3SVNUaUdKTGlxQjFYVzgvdStNakl3S1Z3VWpuRU1TWFFBazF2YUNxcXByWFJtSWNBNUpkRUZoWWVFK29PREc0YXFxRmwrOWVuV0RCaUVKQjVORUYyUmxaWldycXJydXh1R0tvdXo2K2VlZnk3U0lTVGlXSkxvQVFGWFZhcnZQVENhVDdGSnJKaVRSQlFDWExsM2FEUlRiRENvMUdBeVM2TTJFSkxvQTRPTEZpeVdBN2ZiNG5veU1qQ0t0NGhHT0pZa3VyRXdtaysxMnVqVGhtaEZKZEdGVldscTZFeWhUVmJYQ1lEQ3MwVG9lNFRpUzZNSXFNek96VUZYVi8xVVU1YnRqeDQ3SlZYU2FFVG5XWFZTaHF1b2FvSjNXY1FqSDh0STZBT0VlYnJ2dE52L2JiNzk5SERCSFVaVG9kdTNhWmV0MHVzekN3a0tEMXJHSnhwUFRWRDFjcjE2OVdudDdleit2S01vYlZGK1RYd0UrcnF5c1hKcWVubjVKZy9DRWcwaWllNmlJaUlndWlxSzhBa3dCQWdBNmQrN01zR0hEOFBIeFljdVdMWnc2ZGNveWVwbXFxbCtvcXZyWHRMUzBrMXJGTE93bmllNWhldmZ1SGVudDdmMjZxcXBQS1lxaUF3Z0xDK09KSjU0Z0lpTENla01LVlZYSnlNZ2dNVEdSdExRMHl6QVRrS2dveXNLVWxKVHZOZnNRb3NFazBUMkRMakl5OG1GZ0J2QVFnTGUzTjcvNzNlOFlQWG8wWGJ0MnJmUE41ODZkSXpFeGtRTUhEbUF3bURmWlZWVTlvQ2pLL0pTVWxNMkF5Y254aTBhU1JHL0dicnZ0TnYvZzRPQXhxcXJPVkJTbEowQ0xGaTE0NElFSEdEVnFGQ0VoSVEyYTNyVnIxOWl3WVFPN2R1MmlxTWg2ME53cFZWWG41ZVRrZkhYOTZEcmhoaVRSbTZHYUdtekJ3Y0U4OHNnakRCOCtuSUNBZ0VaTnY2eXNqRysrK1lhdFc3ZHk2WksxUnllTk96Y21pZDZNMU5aZ0d6RmlCQTgrK0NCZVhvN2RtMm8wR3RtL2Z6K2JObTJTeHAyYmswUnZCdXJiWUhNV2FkeTVQMG4wcHF0UkRUWm5rY2FkZTVKRWIySWMzV0J6Rm1uY3VSZEo5Q2JDMlEwMlo1SEduWHVRUkhkenJtNndPWXMwN3JRbGllNm10RzZ3T1lzMDdyVFJOSmVXNXNzdEcyek9JbzA3MTVGRWR3Tk5wY0htTE5LNGN6NUpkQTAxMVFhYnMwamp6bmtrMFRYUVhCcHN6aUtOTzhlVFJIZWg1dHBnY3hacDNEbU9MRm5PNTFFTk5tZVJ4bDNqU0tJN2lSWU50b0tDQWxxMmJJbXFxdno1ejMvbTdiZmZwcWlvaUtDZ0lBd0dBM1Btek9ILy9iLy81L0xtWG1WbEpUcWREcDJ1OFJjZGxzYWRmVHc2MGNQQ3drSjlmSHdpcmw2OXV0MVJOeE4wUklNdE9qcWFXMjY1cFY3ekt5d3NKREV4a2R6Y1hHSmpZNWs1Y3lZOWUvYmt5U2VmSkRFeGtibHo1ekpseWhRdVg3N01CeDk4d0QvLytVK0hKTnpOWkdkbms1YVdSbXBxS3NlT0hXUHg0c1cwYXRXcXlqajc5KzluelpvMVpHZG4wN1p0VzhhT0hjdWdRWVBxTlgxcDNEV01SMS91MmNmSFI2OG9TbExyMXExTndjSEJHNEExUGo0K1d3OGRPbFR0RnNJMzQ4Z0dtMDZuSXlFaGdjT0hEd1BRdDI5ZjB0UFR5Yy9QWitEQWdSdzhlQkNkVGtlL2Z2MFlNMllNQUczYnRpVW1Kb2FFaEFUbXo1OFB3TEZqeDJqUm9nWEJ3Y0Y4KysyM2hJZUh1eVRKQWFaTW1VSzdkdTM0elc5K1ExbFo5ZC9RSTBlT0VCOGZ6NFFKRStqVnF4Zjc5KzluMGFKRkJBY0hFeFlXZHRQcCsvdjdNM0xrU0VhTUdHSGJ1R3NEZk9qdDdmMU9SRVNFTk81c2VIU2lXMXh2akVVRDBRYURnY2pJeUEzQVAwdEtTdmI4K09PUFYrcDZyMjJEamVzM3hIQlVneTAwTkpTNHVEaDY5T2pCM3IxN2lZeU1KRGMzbDVVclZ6SnIxcXhxNHovKytPTTg4c2dqMW5tR2hZVVJHaG9Ld0tGRGh6aDM3aHpqeDQ4SHdHQXc0T1BqdzkvLy9uZHV2ZlhXR3Vkdk1wbkl6YzFGcjljM09QWlBQLzBVdlY1UGFtb3E2ZW5wMVY1ZnRXb1ZVVkZSREI4K0hERC9LR1prWkxCcDA2WjZKYnFGbDVjWGd3WU5ZdURBZ2JhTk8zOUZVVjRGcGtaRVJFampEa24wMmp3QlBCRVFFRUJFUk1RMlZWWC9xU2pLN3RUVTFJdlhYNi9XWVBQeDhYRm9neTB2TDQ5NTgrWUJNR1BHREs1Y3VjTEprK2FWazA2blkvNzgrY3lZTWNNNi90eTVjemw5K2pTQWRRMzZ3Z3N2QURCNzlteXlzckpZc1dJRkFRRUJYTDU4bWNtVEovUEZGMS9Rc21YTEd1ZWZtcHJLUC83eEQrNi8vMzZpbzZNYkhIOWRQdzZGaFlXY09uV0twNTU2cXNyd1BuMzY4UFhYWHpkNFhnQ0tvaEFXRmtaWVdKaHQ0MDVuTUJqR0FHTWlJaUk4dW5IWHBCTTlNakx5SWFCK0czVTFhMyt6RVJSRkdhb295dERyODl1bnF1by9nRW5BdmVDOEJsdFNVcEwxY1ZsWkdiNit2dFhHMmI1OXUvWHg3Tm16TVJxTmJObXloUU1IRHBDWm1jbnZmLzk3WW1KaVdMUm9FUUM1dWJsMDZkS0Y3T3hzQWdNRGEwenljK2ZPc1h6NWNyS3pzeGszYmh3REJ3NnM4bnBNVEV5dE1hOWV2YnBlbisyWFgzNEJvSDM3cWw5L3UzYnRLQ29xb3F5c0RIOS8vM3BOcXlhaG9hSEV4c2J5M0hQUDJUYnVmZzlzaklpSU9Ld29TaVRtWks4RUtsVlZyUVFxRlVXeFBsY1V4ZnF2N2JEcmo0M1gzMnU0Y1pqdCtKYnBLNHBTYVRLWjB0TFMwaExzL2xDTjFLUVRIZGdHK0xocVpxcXF0bE5WdForaUtOWmExOHZMaTlhdFcrUHQ3ZGl2Y3VMRWlaU1dsckpnd1FKNjkrNXRYVHN2WDc2Y3lzcEtKazJhaEtJb2JONjhHWURkdTNlemFkTW1Ibnp3UVQ3NDRBUEdqUnRIVkZRVVM1Y3VwVisvZnBTVmxaR1ptVW1YTGwzSXpNeWtXN2R1VmVhWG41L1BWMTk5eFpFalJ4ZzllalFQUC94d2pYMkZqei8rdU5HZnJiUzBGQUEvUDc4cXd5M1BLeW9xR3BYb0ZwYi9teHMrUndEbU94UjVjWDNadVhIenl2TGNkbmh0ajJzYmR1TnpuVTVuQkNUUjdXUko4dmZ0Zkg4SFlQSk54amtPSkt1cSttTnFhdXFDNjhOMDRlSGg0eFJGbVZaVVZQVGJsU3RYc25idFdnWVBIc3p3NGNQcDBLR0RuZUhZelBUNGNUNy8vSE11WHJ6SXRXdlhlUDMxMXdIelVXT2RPM2ZtcmJmZXFsSlNkK3ZXamZuejUzUDE2bFZpWTJOWnNtUUpJU0VoVEpzMkRURHZsanB3NEFCRGhnemg4T0hEOU8vZnY4cjhwazJiUm9zV0xWaXdZQUhCd2NHMXh0V3hZOGRHZnpZZkgvTi9tMlYvdUVWNWVUbEFvNVA4MHFWTGJOMjZsYTFidDFKUlVXRVpmRXhWMWZqVTFOUUV3TlNuVHgvdm5Kd2M3OERBUUc5ZlgxOXZiMjl2YjUxTzUxMWVYdTZ0MCttc2Z3YUR3VnVuMDNrcmltTDlNeHFOM29xaWVPdDBPaS9MWTBWUnZBRnZSVkc4VFNhVDlmSDE0WDlGNDl1Zk5mVkVCeUFsSmVVRGU5NFhFUkh4VzBWUnFpVzZxcXBwd0ZiZzg5VFUxTE0xdk5XVWxwYTJFbGdaSGg3K2dFNm4rMU5GUmNYRFc3ZHUxVzNkdXBYKy9mc3pjdVJJN3JyckxydWJjVHQzN21UczJMR3NXTEdDK1BoNDYvRFkyRmltVDUvT3ZuMzdiUGNqczNmdlhuYnMyRUY1ZVRsbFpXVlZ0dCtYTFZ2R29FR0RXTE5tRGR1M2J5Y3JLNnZLNjJCZVV5Y21Kako5K25RZWV1Z2hIbnZzc1dxN3d3QnJsNzhtNjlhdHEvVTFXMjNhdEFHbzF1akx6YzBsT0RpNHhzMlVtMUZWbGRPblQ3Tng0MGIyN2R0bkdXWlNGR1VQRUplU2tyTE5kdndqUjQ0WUFKZmNWeTR5TXZLdnJwaFBYWnBGb2plV3Fxb3FjQXpZWWpBWTRvOGZQNTVUMy9lbXBhWHRCbmIzNnRXcnU3ZTM5eXhGVVo3OC92dnYvYi8vL252KzY3LytpMUdqUnRHblQ1OEdINzhlR3hzTHdJb1ZLd0NJaTR2ajdObXpoSVdGa1plWFIzSnlNdE9tVGVPenp6NEQ0S21ubnNMWDE1ZTllL2NTRnhlSG41OGZKMCtlSkNIQlhDM3E5WG9HREJqQVo1OTl4dURCZzZ1dHRWdTFhc1h6enovUHFGR2pXTDkrUGErODhnb0RCZ3hnOU9qUnRHM2IxanFlWlh1L01mUjZQU0VoSVNRbkoxZnBzQ2NuSnhNZUh0NmdhWmxNSm80ZVBjclhYMy9OOGVQSEFWQlZ0VnhSbEEycXFzNVBUVTFOYTNUQXpZQkhKN3JSYUN6MDl2YWVYVkpTOGtsbVptWmhZNloxN05peEg0Rm5lL2Z1L1lhM3QvZWJ3TVRNek13MjgrZlBSNi9YTTNyMGFBWU1HTkRnc3RUZjM1K2NuQnhtekppQitmZkkzS2k3Y2Z0V1ZWV0tpNHNwTFMyMXJzR1hMRm5DU3krOVpCMG5LQ2dJb002RGRscTNiczJrU1pNWU5Xb1U2OWF0WSsvZXZZd2VQZHI2ZW4xTGQwdkQ3ZXBWODIzV0wxMjZSR2xwcWJVQkZ4MGR6YkpseStqWXNTUGR1M2RuMzc1OVpHVmw4ZkxMTDlkcitoVVZGUnc0Y0lERXhFVE9uejl2R1p5dnF1ci9HSTNHdVBUMDlQTjF2ZC9UTk9rajR5SWpJMVdBbEpRVXQvc2NIVHAwQ05EcjlYOEVwaXFLMGhYTWlmYjQ0NDh6ZVBEZ0dzdGlpekZqeGxqTDRBTUhEckJod3dicjlxdWlLT2oxZWw1ODhVVkNRa0txakF2bTdkeFBQdm1FZ3djUG90ZnJlZlBOTjduOTl0dlp1SEVqNjlhdDR3OS8rQVBMbHk5bnlKQWhUSmd3NGFhVmhxcXFkbTErMUxaTExqRXgwZnA0dzRZTi9PLy8vaStGaFlWMDdkcVZDUk1tMEwxNzl6cW5XMWhZeUs1ZHU5aXdZUVA1K2ZtV0dNOHJpdkpaY1hGeG8zK3duY0VkbGxPM1M1Q0djSWN2c0I2c2pUdEZVWDRMNW1aVVhZMjc2T2pvZXArTFhsSlNRbUppSXFkT25TSTVPWm45Ky9mVHBrMGJ4bzRkeTVrelo4akl5S0J0MjdZY09uU0lXYk5tRVJvYXlva1RKNGlMaTZOVnExYTgvLzc3ZGY3b3VJdDZOTmlNR29aWEozZFlUdDA1UVc3S0hiN0FockEwN2xSVmZkaHltbXBOamJ0Smt5YXhkT25TZWszVE11N2F0V3Z4OXZibTNudnZwVjI3WDI5elhsNWVUa0pDQWs4Ly9UU0JnWUhXNFhsNWVlemJ0NCtSSTBjNjhpTTZWRU1iYk83S0haYlRKcEVndFhHSEw5QWV0dTVuNlFzQUFDQUFTVVJCVkkwN3dCOW9WT091dWFtcndXWXltZWFuV1U1T2J5TGNZVGx0VWdseUkzZjRBaHVqZCsvZXY3RTA3b0EyUUtNYWQwMWRjMjJ3dWNOeTJpUVR4TUlkdmtCSGFFempyamxvaWcyMmhuQ0g1YlJKSjRnN2ZJRU8xdURHWFZQV2xCdHNEZUVPeTJtVFRoQjMrQUtkcGI2TnU2YW11VFRZR3NJZGx0T211YlJjNXc1Zm9MTTFsOFpkYzJ1d05ZUTdMS2ROT2tIYzRRdDBsYWJhdUd1dURiYUdjSWZsdEVrbmlEdDhnYTdXVkJwM3piM0IxaER1c0p3MjZRUnhoeTlRUTI3WnVQT1VCbHREdU1OeTJxUVR4QjIrUUhlZ2RlUE9FeHRzRGVFT3kybVRUaEIzK0FMZGlhc2JkNTdjWUdzSWQxaE9tM1NDdU1NWDZJNmMzYmlUQmx2RHVNTnkycVFUeEIyK1FIZm02TWFkTk5qczR3N0xhWk5PRUhmNEFwdUlSalh1cE1IV09PNnduRGJwQkhHSEw3Q3BxVy9qVGhwc2p1TU95Mm1UVGhCMytBS2JxdG9hZDA4ODhRVGUzdDRrSlNWSmc4MUIzR0U1YmRJSjRnNWZZRk5YVStQT2hqVFlITUFkbGxPUHZqaWtnT3QzSFgyelE0Y083K24xK2o4cWlqSUY4L1h5UDVjR1cvUGhtbHRyQ3JkMzhlTEZrdFRVMUlYQTdVQm9Ta3JLaDVMa3pZY2t1aEFlUUJKZENBOGdpUzZFQjVCRUY4SURTS0lMNFFFazBZWHdBSkxvUW5nQVNYUWhQSUFjR2RjTXFhcXFBTDZBSCthajNPcjlnejU0OEdETE5OcmVaTlNhbUFBRFVBNVVLSXFpMmpFTjRRU1M2TTJURDlBVzZIVDlYOS82dmpFeU10THljSkFkODYwQWNvSHp3S1hyejRVYmtFUnZudnd3Si9uQmhyNHhMaTdPOG5CZFhlUGR4TDFBUHBMb2JrTzIwWnNuWDh4cmNxMDBxSW9RemllSjNqenAwRGJSL0pCbHk2M0lmNFlIS3lrcFlkczI4NFZpVHA4K2JYdVpxQnFWbHBZeWQrNWNybDI3NW9yd2hBTkpvbnV3L1B4ODNubm5IUUEyYnR6SW1ERmpPSGl3OXMzNkZpMWFjT0hDQmViTm0rZXFFSVdEU0tKN0NLUFJXTzNQeDhjSGs4bEVaV1Vscjc3Nkt0T25UK2ZzMmJPWVRDYkF2TWEvOGUrVlYxNmhvcUtDZ29LQ2FxOFpEQWFOUDZXb2pYVGRQY0NWSzFjWU1tUklyYS8zNjlldnl2TXZ2L3lTSFR0Mk1IRGd3RnJmOCtDREQxWWI5dFJUVC9IR0cyL1lINmh3R2tsMEQzTGt5SkVxejAwbUUzMzc5bVhYcmwzY2V1dXQxY2IvNFljZkFNak56YVZ0MjVxYitObloyVlJXVnRLcFU2Y21lODkyVHlDbHV3ZlQ2WFFFQkFSUVdHaStZbFJlWGg3Lyt0ZS9xS3lzQk1ETHk0dVRKMDh5ZXZSb2lvdUw4Zkx5cXZiMzFWZGZNWFBtVEx5OHZORHBaSEZ5Vi9JLzQwSDY5T2xUNWEraW9vTFdyVnR6NWNvVkFGYXNXTUUzMzN5RHQvZXZoVjczN3QzcDFLa1RHemR1ckRZOWs4bkVqaDA3ZVB6eHgxMzJHWVI5Sk5FOVFHVmxKZDdlM2h3NWNvUWpSNDZ3YytkT2REb2R2cjYrdEcvZm5uUG56cEdibTh2YXRXdVpPblZxdGZlUEdqV0tOV3ZXb0twVkQxMC9lUEFnQlFVRkRCczJ6RlVmUmRoSkV0MERGQlVWMGJKbFMrdnpzckl5QWdJQ0FMampqanZJek14a3pwdzUzSGZmZmRVYWN3RERoZzNqMHFWTEhEcDBxTXJ3cEtRa0huNzQ0U3JURnU1SkV0MERaR2RuMDY1ZE8rdnp3c0pDZ29LQ0FQTkpMT3ZYcnljcks0dVpNMmNDNWdOamJMVnMyWktCQXdlU21KaG9IWmFUazhQdTNic1pOMjZjQ3o2QmFDeEpkQTl3OHVSSjdyenpUZ29MQ3pFYWphU2twTkMrZlhzQXZMMjlLUzh2WityVXFkYk8rOUNoUThuSnlha3lqYUZEaC9Menp6OWpOSnJ2cDdocTFTcDY5ZXBGejU0OVhmdGhoRjFrOTVvSDJMOS9QeU5IanVUOTk5OW45KzdkQkFVRk1YZnVYTTZmUDgvY3VYTVpOR2dRU1VsSkRCOCtuRXVYTGxGUlVVR2JObTJzM1hpQTMvNzJ0L1R0MjVlU2toS0tpNHRadDI0ZHMyYk5xaklPd0MyMzNPTHFqeWZxUVJLOW1jdk16T1RISDM4a1BqNmVZY09HWVRBWThQWDE1Zno1ODB5ZVBKbUpFeWN5WnN3WW5ubm1HZUxqNHdrSkNlR3V1KzdpK1BIanZQRENDM1ZPZS9iczJkV0czYml2WHJnSFNmUm03c1NKRXp6OTlOTUVCZ1lDNE9mbkI1ajNtWThkTzVhbm4zNGFnRTgvL1pRUFB2aUFwS1FrWnM2Y1NYaDR1Q1J0TXlLSjNzeU5HalhLdWwxdDY1NTc3dUdlZSs2eFBtL1RwZzJmZlBLSkswTVRMaVROdU9iSmhNM1ZYYnk4dkZ3OS8vTHJNUWczSVluZVBGbXUzYWFWWE9ReVVtNUZTdmZtcVJ6ekJScnZ4WHhaSjcrNlJqWWFqY3I3NzcrL3VLS2lJc1IydUplWFYvNmNPWE5lOVBMeXF1L1ZYTXY1OWVLUTVRMFBXemlMSkhyelpNQ2NjQVhVNDNMUFhsNWVIRDkrL0YrRmhZV3h0c1A5L2YyM2VubDU3VzdBZkcwdjl5d25wN3NSU2ZSbTZQcjExTXRwd0ZvMU1qSnlGUkI3dytBRVJWRzAzQVFRRGlMYjZBS0FsSlNVSDRCc20wRlhVbEpTZG1nVmozQXNTWFJoWVRLWlRGOVpucWlxK2cxUWZiK2NhSklrMFlXVlRxZjcydkpZVmRVMVdzWWlIRXNTWFZpbHBLUWNWRlUxRDhoUFMwdmJvblU4d25Ha0dTZHNWU3FLOHBXcXFucWthOTZzU0tLTEtsUlYvVnBWMVdDdDR4Q09KWW51SXBHUmtTK3BxcnBZVVJTMzMxeFNGTVgycnFyTmlxcXFQNlNtcGxhL2pFNHo1L1lMWFRQeVJsTkk4dVpPVVpUbStRdDJFN0pHZDRHSWlJaDdnRHRidFdyRmwxOStLZGMvMThDYU5XdFl0V29WcXFvbWFCMkxGbVFONHhvandYeTVaVWx5MTFOVmxUMTc5Z0JnTXBuK3BYRTRtcEJFZHdGRlVaNEJHRFJva05haGVLU3paOC95eXkrL0FQeHk5T2pSM1JxSG93bEpkQ2V6TGR2RHdzSzBEc2NqV1c0dHBhcnFGcUMrWitJMUs1TG96aWRsdTRha2JEZVRSSGN5S2R1MUpXVzdtU1M2RTBuWnJqMHAyODBrMFoxTHluWU5TZG4rSzBsMEo1S3lYVnRTdHY5S0V0MUpwR3pYbnBUdHY1SkVkeDRwMnpXa3FpcTdkKzhHcEd3SFNYU25rYkpkVzJmUG5pVTdPeHVrYkFjazBaM0NYY3IycjcvK21tdlhybWsyZnkxSjJWNlZuTlRpSEM0dDIyTmpZekdaekRkR0tTNHVadG15Wlp3NmRZcE5tell4WXNRSWg4OHZPanE2M25kTkxTd3NySEpmZFZlUXNyMDZTWFFuY0hYWmZ1M2FOUklTekNkbGpSOC9Ib0RWcTFkVFdGakl4SWtUcTQyL2RPbFMvUDM5N1o2ZlRxY2pJU0dCdzRjUEE5QzNiMS9TMDlQSno4OW40TUNCSER4NEVKMU9SNzkrL1JnelpvemQ4N0dYbE8zVlNhSTdtRHVVN1ljT0hlS25uMzdpbi8vOFo3V0VIak5tREQ0K1BnNlpUMmhvS0hGeGNmVG8wWU85ZS9jU0dSbEpibTR1SzFldVpOYXNXUTZaaHoya2JLOU9FdDN4SGdmWGQ5dW5USmtDUUdscEtVdVdMQ0VxS29xS2lnb3FLc3kzUUd2WnNxVzF2SGZFVFJmejh2S1lOMjhlQURObXpPREtsU3VjUEhrU01LL3g1OCtmejR3Wk14bzluNGFTc3IxbXpTTFIrL1RwMDk1Z01CZ3JLaXFNUGo0K3B0TFNVbU5BUUlDeG9LREFHQmdZYU1ySXlERGlvbXVVSzRyeUxMaSsyNzU0OFdLZWUrNDVWcTFheGNLRkM5bTZkU3ZKeWNrQW5EOS9udlhyMTFOUlVZR3ZyNjlENXBlVWxHUjlYRlpXVnVOMHQyL2Y3cEI1TllTVTdUVnJGb211cXVwRmIyOXZ2TDNOSDhkU21nWUhtNjl4YUxuK21hcXFKa1ZSVERiL0doVkZNUUhXWVpqdkgyYTBETE04dG5uTmRuempEZFAwUjRPeTNiSjlEdWJQUG4zNmRKNTc3amtXTFZvRVFFeE1EQUFWRlJYNCtabnZ0L2paWjUvWmxZaVd4dHJFaVJNcExTMWx3WUlGOU83ZG14ZGVlQUdBNWN1WFUxbFp5YVJKazFBVWhjMmJOemZxc3pXVWxPMDFhOUtKcnFycXA4QmppcUo0cWFxcXUvNnZsODIvT3N0endPdjZOZHQwbHBMYXRyU3VxY3l1cS9TK2NScTI0N3E2YkgvKytlZFp0bXlaOWJubGg4NW9yRnJFbEphVzBxSkZDd0RHalJ2SFk0ODladmM4ang4L3p1ZWZmODdGaXhlNWR1MGFyNy8rdW5XZW5UdDM1cTIzM2lJNk90cnU2ZHZEdG13M0dvMHJYVHB6Tjlla0V6MDFOWFVLTUtVQmI5RUJ1cnZ2dmx0WFhGeXNhOU9tamE2b3FNZ3JLQ2hJVjFGUm9UTVlETG9XTFZyb0RBYUR6c2ZIeDh0b05PcDhmSHgwUnFOUlp6UWFkVjVlWGw0bWswbm43ZTFkNWJuSlpOSjVlWG5wZ0VSRlVVSzFPa2ltdkx5Y1NaTW04Y0FERHdEdzBrc3ZBVmgzaGVYbjV4TVFFQUJBcTFhdGFOV3FsZDN6MnJsekoyUEhqbVhGaWhYRXg4ZGJoOGZHeGpKOStuVDI3ZHRIVVZHUjNkTzNoMDNabnAyZW52NnRTMmZ1NXBwMG90dkJCSmd5TWpJQStQbm5ueDAyNGNqSXlONUFxSmJkZGo4L1A1WXVYUXJBbGkxYldMcDBLVVZGUmZqNStXRXdHTmk1Y3llaG9hRU9tVmRzclBuR3F5dFdyQUFnTGk2T3MyZlBFaFlXUmw1ZUhzbkp5VXliTm8zUFB2dk1JZk9yRDV1eWZUTlN0bGZoYVludU5LcXFqbFFVeGUyT2JVOUlTR0QzN3Qyb3Fzb2RkOXpCcTYrK3lzYU5HM25zc2NjY0VxZS92ejg1T1RuTW1ERURWVFhuVmxKU2tyVVg0Q3BTdHRkTkV0MXhORG0yL2NxVksxUldWdkxkZDk5UlVWSEJraVZMQ0E0T3hzZkhoNnRYcnpKMTZsU21UcDFxSFgvZnZuMTg4ODAzUFA3NDR3NlpmMHhNREFzWExxUzgzSHdyZGtWUjBPdjF2UGppaXc2WmZuMUoyVjQzU1hRSHVGNjJkOU9pYk4rNmRTdTMzWFliSjA2YzRMbm5ucU5UcDA1MDd0d1pnRmRmZmRXNjd4ek1hNzJBZ0FBbVQ1N2NxSG1hVENickVYZzF1WHo1TXErOTlwcDFYRmVRc3IxdWt1Z09vR1haWGx2Q2pSa3p4bW1IbndZSEIxdDdBVGN6YWRJa3A4UmdTOHIybTVPejF4ekRvMDVKclcrU04zUmNlMG5aZm5PeVJtOGtMY3QyWVNabCs4M0pHcjJSVkZXVks4bG9TTXIyK3BGRWJ6eVBLdHZkalpUdDlTT2xleU5JMmE0OU9iYTlmbVNOM2doU3RtdnJockpkVGttdGd5UjY0MGpacmlFcDIrdFBTbmM3U2RtdVBTbmI2MC9XNkhhU3NsMWJ0bVc3b2loU3R0K0VKTHI5cEd6WGtHM1pucEtTSW1YN1RVanBiZ2NwMjdVblpYdkR5QnJkRGxLMmEwdks5b2FUcGRRT0VSRVJQeW1LMGszck9BVFpLU2twSFhEek5YcGtaS1FLa0pLU29sbStTZWx1bjZ0YUIrRHBWUE5WTHBiajVrbnVMaVRSN1pDYW10cFA2eGljeFIzV1BzTHhaQnRkQ0E4Z2lTNkVCNUJFRjhJRFNLSUw0UUdrR2VmaElpSWluZ1dxM1EweElpTGl1T1d4cXFvSmFXbHBmM0ZwWU1LaEpORTlYR1ZsWmFxUGo4L2ROdzVYRk1WMjJIY3VERWs0Z1pUdUh1N1lzV1BIZ0t6YVhsZFY5WHhxYXVwQkY0WWtuRUFTWFFEVWVoaXBvaWhiWEJtSWNBNUpkQUd3cWJZWGpFYmpLbGNHSXB4REVsMlFrcEtTQXZ6bnh1R3FxdVljUFhwMHQrc2pFbzRtaVM3QWZPaDR0ZkpkVVpTdHlMSGt6WUlrdWdCQVVaU05OUXhlN2ZKQWhGUElpUXZDUWhjWkdYa0JhSGY5K1pXVWxCUTlZTlF3SnBkU1ZWVUJmQUUvd0FjSHJRZ0hEeDU4Q2VEZi8vNzNieHd4UFJzbXdBQ1VBeFdLb3RSYWZjbCtkR0ZoTXBsTVgrbDB1bWtBcXFwK2d3Y2wrWFUrUUZ1ZzAvVi9mUjB4MGNqSVNNdERSMTkzckFMSUJjNERsNjQvcjVHczBZVlZaR1RrUUdBdmdNbGtlaUl0TFMxSjQ1QmNTbFhWVzRDN2dhWjIzTUM5UUlhaUtJVzFqU0RiNk1JcUpTWGxJSEFGeUU5TFMvUEUvZWUrbU5ma1RjMU5xdzhwM1lXdFNtQ1ZxcXA2ek50K25rYUhnOHAxRi9QakppdHRXYU9MS2xSVi9WcFYxVFZheDlFY2xaU1VzRzNiTmdCT256NU5SVVd0bTlRQWxKYVdNbmZ1WEs1ZHU5Ym9lY3NhM1E2UmtaRTdnWWUwanNOWkZFV3hiU0ExSzZxcS9sRGZTNEVWRnRhNnlWdXJXMjY1cGRiWDh2UHplZWVkZHhnNmRDZ2JOMjVrMTY1ZHpKdzVrM3Z2dmJmRzhWdTBhTUdGQ3hlWU4yOGVDeFlzYUhBc3RpVFI3ZE5zazd5NVV4VGxkL1VaejJnMDhzQUREelI0K2tlT0hMRysvMFkrUGo2WVRDWXFLeXQ1OWRWWGlZaUk0T3pacy9UcjF3K2RUa2RKU1VtMTk3enl5aXNzWGJxVWdvSUN2TDI5cTAzUHg4ZW5YbkZKMTkwT2xnc29KaVltYWgyS2FJRG82R2lnOWd0ZnFxcmFGdk11c0hXMVRhT2lvb0x4NDhjVEZoYkd1KysrVytNNFY2NWNZY2lRSWZXT0t6ZzRtQjA3ZHRDblQ1OTZ2d2ZncWFlZTRvMDMzZ0I0RXRpaktFcHViZVBLR2wySUJsaTBhQkhsNWVXV0JLdVRaZTF1WVRLWjZOdTNMN3QyN2VMV1cyK3ROcjdsN2pPNXVibTBiVnR6OHo4N081dkt5a282ZGVyVW9KdUhTRE5PaUhyYXVIRWphOWFzb1dQSGpnUUVCRkJaV2RtZzkrdDBPZ0lDQXF6Yi9ubDVlZnpyWC8reVRzZkx5NHVUSjA4eWV2Um9pb3VMOGZMeXF2YjMxVmRmTVhQbVRMeTh2TkRwNnArK2t1aEMxTVBldlh1Wk4yOGVzYkd4SERwMGlMeThQRWFNR01IS2xTc3htVXcxdnFkUG56NVYvaW9xS21qZHVqVlhybHdCWU1XS0ZYenp6VGRWdHIyN2QrOU9wMDZkMkxpeCtxa0hKcE9KSFR0MjhQampqemM0ZmtsMElXNWk0OGFOdlBYV1c4eWVQWnNCQXdZQTV1M3FtVE5ua3BDUXdQang0OG5NekxTT1gxbFppYmUzTjBlT0hPSElrU1BzM0xrVG5VNkhyNjh2N2R1MzU5eTVjK1RtNXJKMjdWcW1UcDFhYlg2alJvMWl6Wm8xbUc5Rzg2dURCdzlTVUZEQXNHSERHdndaSk5HRnFJWEJZR0RSb2tYTW16ZVAvLzd2LzJiNDhPRlZYci8vL3Z0WnUzWXRYYnAwNFpsbm51SFRUei9GWURCUVZGUkV5NVl0cmVPVmxaVVJFQkFBd0IxMzNFRm1aaVp6NXN6aHZ2dnVvMSsvNm52NmhnMGJ4cVZMbHpoMDZGQ1Y0VWxKU1R6ODhNTlZwbDFma3VoQzFPRENoUXM4ODh3emJOdTJqUysrK0lLSEgzNjR4dkZhdG16SnZIbnplTys5OTlpeFl3ZEZSVVZrWjJmVHJsMDc2emlGaFlVRUJRVUI1aE5jMXE5ZlQxWldGak5uemdUTUI4YmNPTTJCQXdkVzJhdVRrNVBEN3QyN0dUZHVuRjJmUnhKZGlCcTBhZE9HZnYzNnNYcjFhc0xDd200Ni92RGh3MW0zYmgydFc3Zm01TW1UM0hubm5SUVdGbUkwR2tsSlNhRjkrL1lBZUh0N1UxNWV6dFNwVTYyZDk2RkRoNUtUazFObGVrT0hEdVhubjMrMjdvOWZ0V29WdlhyMW9tZlBublo5SHRtOUprUU4vUDM5bVRadFdvUGVZK21DNzkrL241RWpSL0wrKysremUvZHVnb0tDbUR0M0x1ZlBuMmZ1M0xrTUdqU0lwS1FraGc4ZnpxVkxsNmlvcUtCTm16WlZqc1Q3N1c5L1M5KytmU2twS2FHNHVKaDE2OVl4YTlhc2FrZnIxWFVrbmkxSmRDRWNLRE16a3g5Ly9KSDQrSGlHRFJ1R3dXREExOWVYOCtmUE0zbnlaQ1pPbk1pWU1XTjQ1cGxuaUkrUEp5UWtoTHZ1dW92ang0L3p3Z3N2MURudDJiTm5WeHQyNDc3NjJraWlDK0ZBSjA2YzRPbW5ueVl3TUJBQVB6OC93THpQZk96WXNUejk5Tk1BZlBycHAzend3UWNrSlNVeGMrWk13c1BENjUyMDlwQkRZTzBnaDhBMlRZNDRCTFkrakVZalhsNWVqWmxFUTkzMEVGaHB4bm1ZZ29JQ0FGUlY1Y01QUHdTZ3FLZ0lNTzlPZXZmZGQ3bDgrYkxENWxkWldWbnJBU1Z1eUVRZGwyT3FMeGNuT1ppdkdWZm5seXlsZXhNVkhSMWQ3MFpNWVdFaGlZbUo1T2JtRWhzYnk4eVpNK25aczZlMVZJeVBqMmZLbENsY3ZueVpVNmRPRVJ3YzNLallzck96U1V0TEl6VTFsV1BIanJGNDhXSmF0V3JWcUdtNmlPVWFiRTFOTGpmNWdaSkViNkowT2gwSkNRa2NQbndZZ0w1OSs1S2VuazUrZmo0REJ3N2s0TUdENkhRNit2WHJ4NWd4WXdCbzI3WXRNVEV4SkNRa01ILytmQUNPSFR0R2l4WXRDQTRPNXR0dnZ5VThQTHhCeDFEWFpNcVVLYlJyMTQ3Zi9PWTNsSldWTmU2RHVsWTU1Z3N0M292NThreCtqcGpvVzIrOXRSWmd3WUlGVHpwaWVqYksrZlhpa09WMWpTaUozc1NGaG9ZU0Z4ZEhqeDQ5Mkx0M0w1R1JrZVRtNXJKeTVVcG16WnBWYmZ6SEgzK2NSeDU1eEhybVUxaFlHS0dob1FBY09uU0ljK2ZPTVg3OGVNQmN5dnY0K1BEM3YvKzl4ck90YXZQcHA1K2kxK3RKVFUwbFBUM2RBWi9TWlF5WUU2Y0FCMTd1MmFiSnRzY1IwN05oZTdubk9pLzlKWW5laE9YbDVURnYzandBWnN5WXdaVXJWemg1OGlSZ1h1UFBueitmR1ROK3ZmWDUzTGx6T1gzNk5JQjFUV3ZacFRONzlteXlzckpZc1dJRkFRRUJYTDU4bWNtVEovUEZGMTlVTytReU5UV1ZPWFBtc0d6WnNocExjcjFlNy9nUDZ3TFhyNHRlemszV2pnMWx1VnBQWGMweVo1TkViOEtTa242OUduTlpXUm0rdnRXdmE3aDkrM2JyNDlteloyTTBHdG15WlFzSERod2dNek9UMy8vKzk4VEV4TEJvMFNMQWZDNTBseTVkeU03T0pqQXcwSzdqcW9YN2tVUnZ3aVpPbkVocGFTa0xGaXlnZCsvZTFyWHo4dVhMcWF5c1pOS2tTU2lLd3ViTm13SFl2WHMzbXpadDRzRUhIK1NERHo1ZzNMaHhSRVZGc1hUcFV2cjE2MGRaV1JtWm1abDA2ZEtGek14TXVuWHJwdVhIRXc0a2lkNkVIVDkrbk04Ly81eUxGeTl5N2RvMVhuLzlkY0M4SDdkejU4Njg5ZFpiMW4zSEFOMjZkV1ArL1BsY3ZYcVYyTmhZbGl4WlFraElpUFZRejJ2WHJuSGd3QUdHREJuQzRjT0g2ZCsvZjVYNXhjVEVBRmgzbDczMDBrdlcxMWF2bHR1MHVUTko5Q1pzNTg2ZGpCMDdsaFVyVmhBZkgyOGRIaHNieS9UcDA5bTNiNTkxSHptWUw1NndZOGNPeXN2TEtTc3JxN0w5dm16Wk1nWU5Hc1NhTld2WXZuMDdXVmxaVlY0SCtQampqd0g0di8vN1B4WXZYc3o3Nzc4dnBYMFRJWW5laE1YR3hnTG1LNVVBeE1YRmNmYnNXY0xDd3NqTHl5TTVPWmxwMDZieDJXZWZBZWFMQ2ZyNitySjM3MTdpNHVMdzgvUGo1TW1USkNRa0FPWW0yb0FCQS9qc3M4OFlQSGh3dGYzcEhUdDJCT0RTcFVzQXRHL2Z2cW5zSC9kNGt1ak5nTCsvUHprNU9jeVlNY042VlpLa3BDVHJjZFlXcXFwU1hGeE1hV21wZFEyK1pNbVNLaVc0NWJ4cHk0VVM3UEhMTDc4QWNQWHFWY0Q4dzFCYVdtbzlWVk80bmlSNk14QVRFOFBDaFFzcEx6ZnZGVklVQmIxZXo0c3Z2bGhsUEVWUmVQYlpaNG1KaWVHVFR6N2huWGZlUWEvWDQrL3ZENWd2bWJSbnp4NG1UNTdNOHVYTE1ScU5USmd3b2RvaG5SRVJFWFVlNTMvajVaSCs5S2MvQVhKdWdKWWswWnNvazhsa1BiQ2xKcGN2WCthMTExNnpqZ3R3NnRRcGtwT1QyYjkvUDIzYXRPSEREei9rekprenJGKy9uclp0MjNMbzBDRSsvUEJEUWtORDZkeTVNM0Z4Y1J3N2RvejMzMysvUVNXNkpMVDdrVVJ2b29LRGcxbTZkR205eHAwMGFSSUFLU2twK1ByNk1tdldMT3Vsam5yMDZFRlVWQlFKQ1FsODlORkgxdE1yZS9ic3ljY2ZmOHkrZmZ0a083d1prTk5VN1NDbnFUWk5OenROMVZrc3k0dXI1MnRMVGxNVndnTklvZ3ZoQVNUUmhmQUFrdWhDZUFCSmRDRThnQ1M2RUI1QUVsMElEeUNKTG9RSGtFUVh3Z05Jb2d2aEFTVFJoZkFBY2xKTEk5aGVwa2tJZHlacmREdW9xdnFEMWpFSXV4M1hPZ0F0eUJyZERxbXBxZjIwamtHSWhwQTF1aEFlUUJKZENBOGdpUzZFQjVCRUY4SURTS0lMNFFFazBZWHdBSkxvUW5nQVNYUWhQSUFjTUNPcUNBOFBmMUpSRkRrZ3FKbVJSQmRWNkhTNmxjaHk0UXhsV3M1Yy9rUEZqYndCVkZXZHJuVWd6WW1xcXNlMG5MOGt1cWhSYW1ycXgxckhJQnhIbW5GQ2VBQkpkQ0U4Z0NTNkVCNUFFbDBJRHlDSkxvUUhrRVFYd2dOSW9ndmhBU1RSaGZBQWt1aENlQUJKZENFOGdDUzZFQjVBRWwwSUQ2Qm9IWURRVmtSRVJCVHdxT1c1b2lqVEFWUlZYV2d6MnNIVTFOVDFybzVOT0k2Y3ZTWXFMY2x0eTNhWTBXaVVtOHcxY1ZLNmU3alUxTlQ5cXFybTFURktRV1ZsNVdhWEJTU2NRaEpkVkFLcjYzajkzeGtaR1JXdUNrWTRoeVM2QUVpczdRVlZWZGU2TWhEaEhKTG9nc0xDd24xQXdZM0RWVlV0dm5yMTZnWU5RaElPSm9rdXlNcktLbGRWZGQyTnd4VkYyZlh6eno5cmVsRkQ0UmlTNkFJQVZWV3I3VDR6bVV5eVM2MlprRVFYQUZ5NmRHazNVR3d6cU5SZ01FaWlOeE9TNkFLQWl4Y3ZsZ0MyMitON01qSXlpclNLUnppV0pMcXdNcGxNdHR2cDBvUnJSaVRSaFZWcGFlbE9vRXhWMVFxRHdiQkc2M2lFNDBpaUM2dk16TXhDVlZYL1YxR1U3NDRkTzNaVjYzaUU0OGl4N3FJS1ZWWFhBTzIwamtNNGxweTk1ancrUUJRd0hCZ0lkQVphNGViZnVaZVhGNHFpVUZsWnFYVW9ONk1DK2NCNTREdGdDL0FOSUlmckNwZFFnTEhBV2N3TG8veTU3dThYNERuYy9NZFVDL0tGT05hdHdCZkFrd0E5ZXZSZytQRGgzSGZmZlhUdDJwV1dMVnVpMDBsYnhCRlVWYVdnb0lDelo4OXk4T0JCTm0vZVRIcDZ1dVhsYmNCNDRJcDJFYm9YU1hUSENjYThnUFhWNi9XODk5NTdEQnMyVE91WVBNcTMzMzdMdSsrK3k3bHo1d0JPQUE4Qk9kcEc1UjRrMFIzREg5Z09ESXlJaU9ETEw3OGtPRGhZNjVnOFVrRkJBWC84NHgvWnYzOC9RQ293QUNqUk5pcnRlV2tkUURPeEVCamJxMWN2VnExYVJjdVdMYldPeDJQNStma3hZc1FJa3BPVE9YLytmSHVnSzNXY2h1c3BaSTNlZUlPQVBjSEJ3V3pkdWhXOVhxOTFQQUxJeTh2ajBVY2ZKU2NuQjJBa3NGSGprRFFsbmFIRzhRSVdBYnozM251UzVHNGtPRGlZQlFzV1dKNytCUTgvWmtRU3ZYRWVBOElqSXlNWk9YS2sxckdJR3p6d3dBTTg4TUFEQUhjQnoyc2JqYllrMFJ0bkJzQnJyNzJtZFJ5aUZyR3hzWmFIcjJnWmg5WWswZTEzTjNEdjdiZmZ6c0NCQTdXT1JkUWlQRHljdSsrK0c2QVgwRS9qY0RRamlXNi9hSUNvcUNnVVJYcWE3a3BSRktLanJaZWxuNkJoS0pxU1JMZmZhRUFPaW1rQ0Jnd1lZSGtZcFdVY1dwSkV0MDg3NEo2UWtCREN3OE8xamtYY3hGMTMzVVdIRGgwQXVtRSt1Y2pqU0tMYkp4d2dMQ3hNeXZZbVFGRVUrdmZ2YjNrNlNNdFl0Q0tKYnAvZUFGMjdkdFU2am5ySnk4c2pOemUzMm5DRHdVQnljbks5cC9QUGYvNFRvOUhveU5CY3BudjM3cGFISHRtUWswUzNUMCtvc3ZDNHRhKysrb3JFeE9wSGdSWVhGL1BuUC8rNTN0UDUrdXV2TVpsTWpnek5aVzYvL1hiclF5M2owSXBISHkzVUNIY0IzSG5ublZySGNWTTVPVGtjUG55WVR6NzVwTjd2K2NNZi9sRHJhODg5OTF5TncyZlBuazNQbmowYkhKK3JkT3JVeWZJd1ZNczR0Q0tKYnA4T0FLMWF0ZEk2anB2Nm4vLzVIOGFPSFV0Z1lDQ1hMMS9tNVpkZnJqYk9tREZqckkvRHc4Tlp1WEpsamRPS2pvNG1JU0VCSHg4ZnA4WHJMRUZCUVphSElWckdvUlZKZFB1MEFkeitMTFZEaHc1eDVjb1ZoZzRkeW9vVks4akt5bUxkdWwrdjZIenQyaldlZi83NUtzTXN4bzhmWCtNMEowNmNXRzNZaWhVckhCZTBrd1FHQmxvZTNxcGxIRnFSUkxlUFA4QXR0OXlpZFJ4MTJyMTdOei8vL0RQang0OUhwOVB4OGNjZjEvdTlKU1VsckZ5NUVuOS9mK3V3Nk9ob2xpOWZibDJqR3d3R1ltSmlIQjYzTTlna3VxK1djV2hGRXQwK0N1RDJ1OWFtVFp1R3FxcTgrZWFiakJremh0Lzg1amZNbWpXTG4zNzZ5VHFPVHFlclVyclh0SFp2RG16K3I5ejdQODFKUFBKRE8wQVJFSmljbkV4SWlIdHY4aTFldkJpZFRzZkxMNytNcXFyMS9uR0tqbzZ1VnJFVUZoYldPS3ltanI2N3VYYnRtdVhncGxJZ1FPTndYRTdXNlBiSkF3SUxDZ3JjT3RIMzdObkR2Ly85YjhMQ3duajExVmRSVlpXNHVEZ21UWnBVNjNzc2piZytmZm93WThZTWZIeDh5TS9QNTUxMzNxR3dzSkJXclZveFo4NGNXclpzaWRGb1pQNzgrYTc2T0kxU1hHeTlmMlMxKzhCN0FrbDArMXdFUXZQejg3V09vMDU2dlo2WW1CZzZkZXBFeDQ0ZGFkKytQWldWbFpTVmxWVmJDeGNVRkRCaHdnVHI4N2ZmZmh1QUsxZXVNR2ZPSEFZTkdzVEtsU3ZwMjdjdjc3MzNIbSsvL1RZaElTSFc4ZHhkVVpIMWZwSFZqeHp5QUhMQWpIMU9BbVJsWldrZFI1MjZkKzlPVEV3TTk5MTNINTA2ZGVMVXFWT29xbHJ2OS8vMENsRUlCd0FBQXo1SlJFRlUwMCs4OWRaYjNIZmZmZGJ0K0ppWUdINzN1OS94NXB0dmtwcWE2cXpRSGU3Q2hRdVdoK2UxakVNcnNrYTN6d21BSDMvOFVlczQ2blQ4K0hIUzA5UEp6TXprcDU5K0lqZzR1RjZsZG1WbEpZbUppV3pjdUpFWFgzeVIrKysvdjhyclR6MzFGQjA2ZE9Damp6NGlNaktTY2VQRzBiRmpSMmQ5REljNGZmcTA5YUdXY1doRkV0MCs2UUJuenB6Uk9vNDZwYWFtVWxwYXlxT1BQc3IwNmROcDJiS2xkVnUxdHQxaUJvT0IxMTkvblJZdFdqQi8vbnpiSThxcXVQLysrK25ldlR0TGx5NGxOamFXaFFzWDBxVkxGNmQ5bHNheStWRStyR1VjV3BGRXQwOGFRRVpHUm9NNjJhNzJ6RFBQVkJ2bTQrUERrQ0ZEcWgwaFYxWld4ai8rOFE5OGZIejQ0eC8vU0k4ZVBXNzZ1ZlI2UFcrLy9UYm56NSt2OVFmQkhhaXF5ZzgvL0dCNXVsZkxXTFRpbmt0bzA1QUI5TnkwYVJPOWV2WFNPaFpSaDFPblRoRVZGUVZ3Qmc4OXFVV2FjZlpMQk5peVpZdldjWWliK082Nzd5d1BkMmtaaDVZazBlMjNIbURYcmwwTjZtUUwxMUpWbGFTa0pNdlRCQzFqMFpJa3V2M1NnTlRNekV3T0hUcWtkU3lpRmhrWkdhU2twQUJrQXZzMERrY3prdWlOc3dBZ1BqNWU2emhFTGY3MnQ3OVpIaTdXTWc2dFNhSTN6bnJneCsrLy81NGRPM1pvSFl1NHdmZmZmOCsyYmRzQXpnS2ZhaHlPcHFUcjNuaVBBTnYwZWoxYnQyNlYyeVc3aVlLQ0FrYU1HTUYvL3ZNZmdEOEFYMmtja3Faa2pkNTQzd0RMY25KeWVQbmxseWt2TDljNkhvOVhVVkhCNjYrL2JrbnlEWGg0a29QY0g5MVIvZzA4ZXVIQ2hmWnBhV2tNSGp3WVB6OC9yV1B5U01YRnhVeWJObzN0MjdlRHVRRTNES2pRTmlydHlScmRNVW93TDFBbnZ2dnVPMGFNR01HQkF3ZTBqc25qSERseWhGR2pSbG0yeTg4QVE0QkNiYU55RDdLTjdsaHRnRlhBWUlDK2Zmc3lkdXhZN3Jubkh0cTNiMDlRVUpEYkhpN2IxS2lxU25GeE1kbloyYVNucDdOdTNUcmJIOWNEbUcrWmxhMWRoS0s1VTRDcHdDK0FLbjh1L2JzTXZJRlVxdFhJNnNWNWZJR3h3RWpnSGtBUDNJSjg1NDZpWXI2a1Z5NXdGTmdNL0FzbzB6SW9JWVFRUWdnaGhCQkNDQ0dFRUVJSUlZUVFRZ2doaEJCQ0NDR0VFRUlJSVlRUVFnZ2hoQkJDQ0NHRUVFSUlJWVFRUWdnaGhCQkNDQ0dFRUVJSUlZUVFRZ2doaEJCQ0NDR0VFRUtJWnU3L0ExMXhhZ041MW9Jc0FBQUFBRWxGVGtTdVFtQ0MiLAoJIlRoZW1lIiA6ICIiLAoJIlR5cGUiIDogImZsb3ciLAoJIlZlcnNpb24iIDogIjYiCn0K"/>
    </extobj>
  </extobjs>
</s:customData>
</file>

<file path=customXml/itemProps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</Words>
  <Application>WPS 演示</Application>
  <PresentationFormat>全屏显示(16:9)</PresentationFormat>
  <Paragraphs>129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HandelGotDLig</vt:lpstr>
      <vt:lpstr>汉真广标</vt:lpstr>
      <vt:lpstr>微软雅黑</vt:lpstr>
      <vt:lpstr>思源黑体 CN Normal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顺序结构流程图练习</vt:lpstr>
      <vt:lpstr>分支结构流程图练习</vt:lpstr>
      <vt:lpstr>分支结构流程图练习</vt:lpstr>
      <vt:lpstr>循环结构流程图练习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398</cp:revision>
  <cp:lastPrinted>2000-12-31T21:09:00Z</cp:lastPrinted>
  <dcterms:created xsi:type="dcterms:W3CDTF">2015-11-10T12:01:00Z</dcterms:created>
  <dcterms:modified xsi:type="dcterms:W3CDTF">2022-01-18T12:25:29Z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36B8CF42252A46969A96333BE811A4A5</vt:lpwstr>
  </property>
  <property fmtid="{D5CDD505-2E9C-101B-9397-08002B2CF9AE}" pid="3" name="KSOProductBuildVer">
    <vt:lpwstr>2052-11.1.0.11294</vt:lpwstr>
  </property>
</Properties>
</file>