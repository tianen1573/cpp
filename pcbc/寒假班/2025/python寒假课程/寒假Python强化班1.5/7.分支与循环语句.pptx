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1F5D8-F3F9-45AB-BCCE-504B3322E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C0A98-4A58-47F8-BC18-75144D7F88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98957"/>
            <a:ext cx="11283885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>
              <a:buFont typeface="+mj-lt"/>
              <a:buAutoNum type="arabicPeriod"/>
            </a:pP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for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循环实现一个简单的字符串反转程序。例如：输入‘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123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’，结果输出‘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321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判断一个字符串是否为回文字符串，如果是就输出该字符串，否则就输出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，例如：‘</a:t>
            </a:r>
            <a:r>
              <a:rPr lang="en-US" altLang="zh-CN" sz="2400" dirty="0" err="1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abcba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’反过来也是‘</a:t>
            </a:r>
            <a:r>
              <a:rPr lang="en-US" altLang="zh-CN" sz="2400" dirty="0" err="1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abcba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’，那就是回文字符串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编写一个程序，定义一个列表，找出一个列表中的最大值和最小值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创建一个字典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user={‘abcde’:‘123456’}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，将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</a:t>
            </a:r>
            <a:r>
              <a:rPr lang="en-US" altLang="zh-CN" sz="2400" dirty="0" err="1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abcde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当作用户名，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’123456’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当作密码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程序开始时输入用户名和密码，判断账号密码是否正确。提示：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if else 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嵌套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100-999</a:t>
            </a:r>
            <a:r>
              <a:rPr lang="zh-CN" altLang="en-US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范围内的水仙花数。例如</a:t>
            </a:r>
            <a:r>
              <a:rPr lang="en-US" altLang="zh-CN" sz="2400" dirty="0">
                <a:solidFill>
                  <a:srgbClr val="37415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:153=1*1*1+5*5*5+3*3*3</a:t>
            </a: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-342900">
              <a:buFont typeface="+mj-lt"/>
              <a:buAutoNum type="arabicPeriod"/>
            </a:pPr>
            <a:endParaRPr lang="en-US" altLang="zh-CN" sz="2400" dirty="0">
              <a:solidFill>
                <a:srgbClr val="37415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WPS 演示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Söhne</vt:lpstr>
      <vt:lpstr>AMGDT</vt:lpstr>
      <vt:lpstr>等线</vt:lpstr>
      <vt:lpstr>微软雅黑</vt:lpstr>
      <vt:lpstr>Arial Unicode MS</vt:lpstr>
      <vt:lpstr>等线 Light</vt:lpstr>
      <vt:lpstr>Calibri</vt:lpstr>
      <vt:lpstr>Söhne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hp</dc:creator>
  <cp:lastModifiedBy>Super乐</cp:lastModifiedBy>
  <cp:revision>7</cp:revision>
  <dcterms:created xsi:type="dcterms:W3CDTF">2024-01-18T11:43:00Z</dcterms:created>
  <dcterms:modified xsi:type="dcterms:W3CDTF">2026-01-04T11:49:04Z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FB672441F2F74E4182FB63F32ACC6DAE_12</vt:lpwstr>
  </property>
  <property fmtid="{D5CDD505-2E9C-101B-9397-08002B2CF9AE}" pid="3" name="KSOProductBuildVer">
    <vt:lpwstr>2052-12.1.0.24034</vt:lpwstr>
  </property>
</Properties>
</file>