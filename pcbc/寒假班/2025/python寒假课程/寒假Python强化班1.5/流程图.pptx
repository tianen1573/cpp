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  <p:sldId id="259" r:id="rId6"/>
    <p:sldId id="263" r:id="rId7"/>
    <p:sldId id="262" r:id="rId8"/>
    <p:sldId id="261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FDF5-0062-4034-8045-5DD7E886EA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96B5-4899-4E53-B68F-CBC23C2203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FDF5-0062-4034-8045-5DD7E886EA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96B5-4899-4E53-B68F-CBC23C2203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FDF5-0062-4034-8045-5DD7E886EA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96B5-4899-4E53-B68F-CBC23C2203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FDF5-0062-4034-8045-5DD7E886EA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96B5-4899-4E53-B68F-CBC23C2203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FDF5-0062-4034-8045-5DD7E886EA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96B5-4899-4E53-B68F-CBC23C2203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FDF5-0062-4034-8045-5DD7E886EA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96B5-4899-4E53-B68F-CBC23C2203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FDF5-0062-4034-8045-5DD7E886EA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96B5-4899-4E53-B68F-CBC23C2203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FDF5-0062-4034-8045-5DD7E886EA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96B5-4899-4E53-B68F-CBC23C2203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FDF5-0062-4034-8045-5DD7E886EA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96B5-4899-4E53-B68F-CBC23C2203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FDF5-0062-4034-8045-5DD7E886EA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96B5-4899-4E53-B68F-CBC23C2203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FDF5-0062-4034-8045-5DD7E886EA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A96B5-4899-4E53-B68F-CBC23C2203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5FDF5-0062-4034-8045-5DD7E886EA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A96B5-4899-4E53-B68F-CBC23C2203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hyperlink" Target="https://baike.baidu.com/item/%E8%BE%93%E5%85%A5/5481954" TargetMode="External"/><Relationship Id="rId7" Type="http://schemas.openxmlformats.org/officeDocument/2006/relationships/hyperlink" Target="https://baike.baidu.com/item/%E9%9A%8F%E6%9C%BA%E5%8C%96%E7%AE%97%E6%B3%95/6233182" TargetMode="External"/><Relationship Id="rId6" Type="http://schemas.openxmlformats.org/officeDocument/2006/relationships/hyperlink" Target="https://baike.baidu.com/item/%E8%BF%90%E8%A1%8C" TargetMode="External"/><Relationship Id="rId5" Type="http://schemas.openxmlformats.org/officeDocument/2006/relationships/hyperlink" Target="https://baike.baidu.com/item/%E8%AE%A1%E7%AE%97/81857" TargetMode="External"/><Relationship Id="rId4" Type="http://schemas.openxmlformats.org/officeDocument/2006/relationships/hyperlink" Target="https://baike.baidu.com/item/%E6%97%B6%E9%97%B4%E5%A4%8D%E6%9D%82%E5%BA%A6/1894057" TargetMode="External"/><Relationship Id="rId3" Type="http://schemas.openxmlformats.org/officeDocument/2006/relationships/hyperlink" Target="https://baike.baidu.com/item/%E7%A9%BA%E9%97%B4%E5%A4%8D%E6%9D%82%E5%BA%A6/9664257" TargetMode="External"/><Relationship Id="rId2" Type="http://schemas.openxmlformats.org/officeDocument/2006/relationships/hyperlink" Target="https://baike.baidu.com/item/%E8%BE%93%E5%85%A5/32696" TargetMode="External"/><Relationship Id="rId1" Type="http://schemas.openxmlformats.org/officeDocument/2006/relationships/hyperlink" Target="https://baike.baidu.com/item/%E6%8C%87%E4%BB%A4/3225201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算法和流程图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算法（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Algorithm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）是指解题方案的准确而完整的描述，是一系列解决问题的清晰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1"/>
              </a:rPr>
              <a:t>指令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，算法代表着用系统的方法描述解决问题的策略机制。也就是说，能够对一定规范的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2"/>
              </a:rPr>
              <a:t>输入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，在有限时间内获得所要求的输出。如果一个算法有缺陷，或不适合于某个问题，执行这个算法将不会解决这个问题。不同的算法可能用不同的时间、空间或效率来完成同样的任务。一个算法的优劣可以用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3"/>
              </a:rPr>
              <a:t>空间复杂度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与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4"/>
              </a:rPr>
              <a:t>时间复杂度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来衡量。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算法中的指令描述的是一个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5"/>
              </a:rPr>
              <a:t>计算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，当其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6"/>
              </a:rPr>
              <a:t>运行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时能从一个初始状态和（可能为空的）初始输入开始，经过一系列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有限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而清晰定义的状态，最终产生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输出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并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停止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于一个终态。一个状态到另一个状态的转移不一定是确定的。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7"/>
              </a:rPr>
              <a:t>随机化算法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在内的一些算法，包含了一些随机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8"/>
              </a:rPr>
              <a:t>输入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形状, 多边形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018" y="643466"/>
            <a:ext cx="9207964" cy="55710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290512"/>
            <a:ext cx="11353800" cy="6276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038856" cy="70472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顺序结构流程图练习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69848"/>
            <a:ext cx="4383024" cy="27743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输入一个数字将其</a:t>
            </a:r>
            <a:r>
              <a:rPr lang="en-US" altLang="zh-CN" dirty="0"/>
              <a:t>+5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然后乘</a:t>
            </a:r>
            <a:r>
              <a:rPr lang="en-US" altLang="zh-CN" dirty="0"/>
              <a:t>2</a:t>
            </a:r>
            <a:r>
              <a:rPr lang="zh-CN" altLang="en-US" dirty="0"/>
              <a:t>后输出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1353" y="189166"/>
            <a:ext cx="2371725" cy="6772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038856" cy="70472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分支结构流程图练习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69848"/>
            <a:ext cx="3360576" cy="27743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1</a:t>
            </a:r>
            <a:r>
              <a:rPr lang="zh-CN" altLang="en-US" dirty="0"/>
              <a:t>：输入一个数字</a:t>
            </a:r>
            <a:r>
              <a:rPr lang="en-US" altLang="zh-CN" dirty="0"/>
              <a:t>a</a:t>
            </a:r>
            <a:r>
              <a:rPr lang="zh-CN" altLang="en-US" dirty="0"/>
              <a:t>，判断该数字是否为偶数。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083" y="104775"/>
            <a:ext cx="5419725" cy="6648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038856" cy="70472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分支结构流程图练习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69848"/>
            <a:ext cx="3360576" cy="27743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2</a:t>
            </a:r>
            <a:r>
              <a:rPr lang="zh-CN" altLang="en-US" dirty="0"/>
              <a:t>：输入一个成绩</a:t>
            </a:r>
            <a:r>
              <a:rPr lang="en-US" altLang="zh-CN" dirty="0"/>
              <a:t>p</a:t>
            </a:r>
            <a:r>
              <a:rPr lang="zh-CN" altLang="en-US" dirty="0"/>
              <a:t>，输出成绩处于什么等级，</a:t>
            </a:r>
            <a:r>
              <a:rPr lang="en-US" altLang="zh-CN" dirty="0"/>
              <a:t>100-80</a:t>
            </a:r>
            <a:r>
              <a:rPr lang="zh-CN" altLang="en-US" dirty="0"/>
              <a:t>良好，</a:t>
            </a:r>
            <a:r>
              <a:rPr lang="en-US" altLang="zh-CN" dirty="0"/>
              <a:t>60-80</a:t>
            </a:r>
            <a:r>
              <a:rPr lang="zh-CN" altLang="en-US" dirty="0"/>
              <a:t>及格，低于</a:t>
            </a:r>
            <a:r>
              <a:rPr lang="en-US" altLang="zh-CN" dirty="0"/>
              <a:t>60</a:t>
            </a:r>
            <a:r>
              <a:rPr lang="zh-CN" altLang="en-US" dirty="0"/>
              <a:t>不及格。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0660" y="95666"/>
            <a:ext cx="7228571" cy="66666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038856" cy="70472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循环结构流程图练习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69848"/>
            <a:ext cx="3360576" cy="27743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1</a:t>
            </a:r>
            <a:r>
              <a:rPr lang="zh-CN" altLang="en-US" dirty="0"/>
              <a:t>：输出</a:t>
            </a:r>
            <a:r>
              <a:rPr lang="en-US" altLang="zh-CN" dirty="0"/>
              <a:t>1-100</a:t>
            </a:r>
            <a:r>
              <a:rPr lang="zh-CN" altLang="en-US" dirty="0"/>
              <a:t>所有的正整数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7991" y="365125"/>
            <a:ext cx="4178294" cy="63448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WPS 演示</Application>
  <PresentationFormat>宽屏</PresentationFormat>
  <Paragraphs>27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Helvetica Neue</vt:lpstr>
      <vt:lpstr>等线 Light</vt:lpstr>
      <vt:lpstr>微软雅黑</vt:lpstr>
      <vt:lpstr>Arial Unicode MS</vt:lpstr>
      <vt:lpstr>等线</vt:lpstr>
      <vt:lpstr>Calibri</vt:lpstr>
      <vt:lpstr>Office 主题​​</vt:lpstr>
      <vt:lpstr>算法和流程图</vt:lpstr>
      <vt:lpstr>算法</vt:lpstr>
      <vt:lpstr>PowerPoint 演示文稿</vt:lpstr>
      <vt:lpstr>PowerPoint 演示文稿</vt:lpstr>
      <vt:lpstr>顺序结构流程图练习</vt:lpstr>
      <vt:lpstr>分支结构流程图练习</vt:lpstr>
      <vt:lpstr>分支结构流程图练习</vt:lpstr>
      <vt:lpstr>循环结构流程图练习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算法和流程图</dc:title>
  <dc:creator>戴 胜伟</dc:creator>
  <cp:lastModifiedBy>爱德华·纽盖特</cp:lastModifiedBy>
  <cp:revision>5</cp:revision>
  <dcterms:created xsi:type="dcterms:W3CDTF">2022-01-16T02:42:00Z</dcterms:created>
  <dcterms:modified xsi:type="dcterms:W3CDTF">2022-01-16T12:46:38Z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918A9FE710E54165A7292ECD72A0AB4E</vt:lpwstr>
  </property>
  <property fmtid="{D5CDD505-2E9C-101B-9397-08002B2CF9AE}" pid="3" name="KSOProductBuildVer">
    <vt:lpwstr>2052-11.1.0.11294</vt:lpwstr>
  </property>
</Properties>
</file>