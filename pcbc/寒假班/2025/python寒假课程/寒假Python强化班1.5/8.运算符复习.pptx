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CC75B-805A-4EA0-9D0E-85607841DA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726C-C5A0-479B-B25C-CF101D4B33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6180" y="1318260"/>
            <a:ext cx="10356215" cy="3519170"/>
          </a:xfrm>
        </p:spPr>
        <p:txBody>
          <a:bodyPr>
            <a:normAutofit/>
          </a:bodyPr>
          <a:p>
            <a:pPr algn="l"/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编写一个程序，接收用户输入的两个数，然后输出它们的和、差、积和高。</a:t>
            </a:r>
            <a:b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实现一个简单的温度转换程序，输入摄氏度</a:t>
            </a: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</a:t>
            </a:r>
            <a: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将摄氏度</a:t>
            </a: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</a:t>
            </a:r>
            <a: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转换为华氏度</a:t>
            </a: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(F)</a:t>
            </a:r>
            <a:r>
              <a:rPr lang="zh-CN" altLang="en-US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公式：</a:t>
            </a: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F=C∗9/5+32</a:t>
            </a:r>
            <a:b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en-US" altLang="zh-CN" sz="2665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0829" y="239615"/>
            <a:ext cx="1144414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374151"/>
                </a:solidFill>
                <a:effectLst/>
                <a:latin typeface="Söhne"/>
              </a:rPr>
              <a:t>比较运算符：</a:t>
            </a:r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n-US" altLang="zh-CN" sz="2400" b="1" dirty="0">
              <a:solidFill>
                <a:srgbClr val="374151"/>
              </a:solidFill>
              <a:latin typeface="Söhne"/>
            </a:endParaRPr>
          </a:p>
          <a:p>
            <a:pPr algn="l"/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zh-CN" altLang="en-US" sz="2400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 startAt="3"/>
            </a:pP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编写一个程序，比较两个数是否相等，并输出结果。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Font typeface="+mj-lt"/>
              <a:buAutoNum type="arabicPeriod" startAt="3"/>
            </a:pPr>
            <a:endParaRPr lang="zh-CN" altLang="en-US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0829" y="239615"/>
            <a:ext cx="114064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374151"/>
                </a:solidFill>
                <a:latin typeface="Söhne"/>
              </a:rPr>
              <a:t>成员</a:t>
            </a:r>
            <a:r>
              <a:rPr lang="zh-CN" altLang="en-US" sz="2400" b="1" i="0" dirty="0">
                <a:solidFill>
                  <a:srgbClr val="374151"/>
                </a:solidFill>
                <a:effectLst/>
                <a:latin typeface="Söhne"/>
              </a:rPr>
              <a:t>运算符：</a:t>
            </a:r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n-US" altLang="zh-CN" sz="2400" b="1" dirty="0">
              <a:solidFill>
                <a:srgbClr val="374151"/>
              </a:solidFill>
              <a:latin typeface="Söhne"/>
            </a:endParaRPr>
          </a:p>
          <a:p>
            <a:pPr algn="l"/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zh-CN" alt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 startAt="4"/>
            </a:pP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创建一个列表，包含一些字符串元素（自己定义），然后检查用户输入的字符串是否在列表中。</a:t>
            </a:r>
            <a:endParaRPr lang="en-US" altLang="zh-CN" sz="24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0829" y="239615"/>
            <a:ext cx="11406433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赋值</a:t>
            </a:r>
            <a:r>
              <a:rPr lang="zh-CN" altLang="en-US" sz="2400" b="1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运算符：</a:t>
            </a:r>
            <a:endParaRPr lang="en-US" altLang="zh-CN" sz="2400" b="1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zh-CN" altLang="en-US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a=0		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a+=5		a=?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a-=3		a=?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a*=10		a=?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a/=2		a=?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a//=2		a=?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a%=2		a=?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**=45678	a=?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0829" y="239615"/>
            <a:ext cx="11406433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374151"/>
                </a:solidFill>
                <a:latin typeface="Söhne"/>
              </a:rPr>
              <a:t>逻辑</a:t>
            </a:r>
            <a:r>
              <a:rPr lang="zh-CN" altLang="en-US" sz="2400" b="1" i="0" dirty="0">
                <a:solidFill>
                  <a:srgbClr val="374151"/>
                </a:solidFill>
                <a:effectLst/>
                <a:latin typeface="Söhne"/>
              </a:rPr>
              <a:t>运算符：</a:t>
            </a:r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n-US" altLang="zh-CN" sz="2400" b="1" dirty="0">
              <a:solidFill>
                <a:srgbClr val="374151"/>
              </a:solidFill>
              <a:latin typeface="Söhne"/>
            </a:endParaRPr>
          </a:p>
          <a:p>
            <a:pPr algn="l"/>
            <a:endParaRPr lang="en-US" altLang="zh-CN" sz="24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zh-CN" altLang="en-US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 startAt="6"/>
            </a:pPr>
            <a:r>
              <a:rPr lang="zh-CN" altLang="en-US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编写一个程序，判断一个输入的数字是否在指定的范围内（例如，大于等于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且小于等于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en-US" altLang="zh-CN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Font typeface="+mj-lt"/>
              <a:buAutoNum type="arabicPeriod" startAt="6"/>
            </a:pPr>
            <a:endParaRPr lang="zh-CN" altLang="en-US" sz="2400" b="0" i="0" dirty="0">
              <a:solidFill>
                <a:srgbClr val="37415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Söhne</vt:lpstr>
      <vt:lpstr>AMGDT</vt:lpstr>
      <vt:lpstr>等线</vt:lpstr>
      <vt:lpstr>微软雅黑</vt:lpstr>
      <vt:lpstr>Arial Unicode MS</vt:lpstr>
      <vt:lpstr>等线 Light</vt:lpstr>
      <vt:lpstr>Calibri</vt:lpstr>
      <vt:lpstr>Söhne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hp</dc:creator>
  <cp:lastModifiedBy>Super乐</cp:lastModifiedBy>
  <cp:revision>17</cp:revision>
  <dcterms:created xsi:type="dcterms:W3CDTF">2024-01-18T11:12:00Z</dcterms:created>
  <dcterms:modified xsi:type="dcterms:W3CDTF">2026-01-04T11:48:37Z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030D2640E0CA4B528FC54BE4A7102F1B_12</vt:lpwstr>
  </property>
</Properties>
</file>