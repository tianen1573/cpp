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485" r:id="rId2"/>
    <p:sldId id="317" r:id="rId3"/>
    <p:sldId id="497" r:id="rId4"/>
    <p:sldId id="548" r:id="rId5"/>
    <p:sldId id="525" r:id="rId6"/>
    <p:sldId id="562" r:id="rId7"/>
    <p:sldId id="550" r:id="rId8"/>
    <p:sldId id="563" r:id="rId9"/>
    <p:sldId id="564" r:id="rId10"/>
    <p:sldId id="574" r:id="rId11"/>
    <p:sldId id="571" r:id="rId12"/>
    <p:sldId id="556" r:id="rId13"/>
    <p:sldId id="559" r:id="rId14"/>
  </p:sldIdLst>
  <p:sldSz cx="9144000" cy="5143500" type="screen16x9"/>
  <p:notesSz cx="6797675" cy="9925050"/>
  <p:custDataLst>
    <p:tags r:id="rId16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05">
          <p15:clr>
            <a:srgbClr val="A4A3A4"/>
          </p15:clr>
        </p15:guide>
        <p15:guide id="2" pos="28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0C0"/>
    <a:srgbClr val="F5F5F5"/>
    <a:srgbClr val="FF6600"/>
    <a:srgbClr val="215F27"/>
    <a:srgbClr val="E8E18A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9" autoAdjust="0"/>
    <p:restoredTop sz="95212" autoAdjust="0"/>
  </p:normalViewPr>
  <p:slideViewPr>
    <p:cSldViewPr>
      <p:cViewPr varScale="1">
        <p:scale>
          <a:sx n="114" d="100"/>
          <a:sy n="114" d="100"/>
        </p:scale>
        <p:origin x="518" y="82"/>
      </p:cViewPr>
      <p:guideLst>
        <p:guide orient="horz" pos="1505"/>
        <p:guide pos="28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360" y="1059815"/>
            <a:ext cx="1593850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填充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745730" y="1851660"/>
            <a:ext cx="792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朱龙雨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课前复习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课前复习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1350" y="982980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/>
              <a:t>坐标系的组成</a:t>
            </a:r>
            <a:endParaRPr lang="en-US" altLang="zh-CN" sz="1800"/>
          </a:p>
        </p:txBody>
      </p:sp>
      <p:sp>
        <p:nvSpPr>
          <p:cNvPr id="11" name="文本框 10"/>
          <p:cNvSpPr txBox="1"/>
          <p:nvPr/>
        </p:nvSpPr>
        <p:spPr>
          <a:xfrm>
            <a:off x="641350" y="1526540"/>
            <a:ext cx="3383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/>
              <a:t>原点、坐标轴、单位长度、象限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41350" y="2070100"/>
            <a:ext cx="13887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goto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的作用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41350" y="2613660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/>
              <a:t>去某个点的坐标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659630" y="982980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/>
              <a:t>抬笔落笔的代码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659630" y="1526540"/>
            <a:ext cx="150495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t.penup()</a:t>
            </a:r>
          </a:p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t.pendown()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4" grpId="0"/>
      <p:bldP spid="14" grpId="1"/>
      <p:bldP spid="16" grpId="0"/>
      <p:bldP spid="16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8947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填充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l"/>
            <a:r>
              <a:rPr 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填充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1670" y="1972310"/>
            <a:ext cx="39077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1.t.begin_fill():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开始填充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2.t.end_fill():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结束填充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填充和抬落笔对比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93420" y="1051560"/>
            <a:ext cx="373888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/>
              <a:t>填充和我们的抬笔和落笔一样，</a:t>
            </a:r>
          </a:p>
          <a:p>
            <a:pPr>
              <a:lnSpc>
                <a:spcPct val="150000"/>
              </a:lnSpc>
            </a:pPr>
            <a:r>
              <a:rPr lang="zh-CN" altLang="en-US" sz="2000"/>
              <a:t>都是属于有开始和结束。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93420" y="2787650"/>
            <a:ext cx="324802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t.begin_fill    t.penup()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t.end_fill	   t.pendown()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ym typeface="+mn-ea"/>
              </a:rPr>
              <a:t>海龟先生的能力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" y="1008380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604135" y="1008380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目标图案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8490" y="1008380"/>
            <a:ext cx="1649730" cy="39808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" y="1008380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604135" y="1008380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目标图案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245" y="982980"/>
            <a:ext cx="1026160" cy="40106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" y="1008380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604135" y="1008380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目标图案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65" y="1707515"/>
            <a:ext cx="2763520" cy="26790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" y="1008380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604135" y="1008380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目标图案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DC1BA19-6F5B-EADA-73BB-F27C9D316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397" y="1728193"/>
            <a:ext cx="3495749" cy="30758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总结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260" y="1059180"/>
            <a:ext cx="69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填充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491865" y="1059180"/>
            <a:ext cx="390779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笔记内容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1.t.beigin_fill():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开始填充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2.t.end_fill():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结束填充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6ce7ccbcda6cf12636bdb4ab607c4c83d474"/>
  <p:tag name="COMMONDATA" val="eyJoZGlkIjoiNzE1MTRiZGNmZGQyODMxZWY5ZTk1Nzk2OTA5ZmQ2YzIifQ==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188</Words>
  <Application>Microsoft Office PowerPoint</Application>
  <PresentationFormat>全屏显示(16:9)</PresentationFormat>
  <Paragraphs>61</Paragraphs>
  <Slides>13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HandelGotDLig</vt:lpstr>
      <vt:lpstr>思源黑体 CN Normal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hp</cp:lastModifiedBy>
  <cp:revision>402</cp:revision>
  <cp:lastPrinted>2000-12-31T21:09:00Z</cp:lastPrinted>
  <dcterms:created xsi:type="dcterms:W3CDTF">2015-11-10T12:01:00Z</dcterms:created>
  <dcterms:modified xsi:type="dcterms:W3CDTF">2025-01-03T05:58:13Z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778B57622BF645FC8373DA277D4E611C</vt:lpwstr>
  </property>
  <property fmtid="{D5CDD505-2E9C-101B-9397-08002B2CF9AE}" pid="3" name="KSOProductBuildVer">
    <vt:lpwstr>2052-11.1.0.12302</vt:lpwstr>
  </property>
</Properties>
</file>