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62" r:id="rId9"/>
    <p:sldId id="546" r:id="rId10"/>
    <p:sldId id="550" r:id="rId11"/>
    <p:sldId id="551" r:id="rId12"/>
    <p:sldId id="552" r:id="rId13"/>
    <p:sldId id="563" r:id="rId14"/>
    <p:sldId id="564" r:id="rId15"/>
    <p:sldId id="565" r:id="rId16"/>
    <p:sldId id="569" r:id="rId17"/>
    <p:sldId id="567" r:id="rId18"/>
    <p:sldId id="566" r:id="rId19"/>
    <p:sldId id="568" r:id="rId20"/>
    <p:sldId id="570" r:id="rId21"/>
    <p:sldId id="571" r:id="rId22"/>
    <p:sldId id="556" r:id="rId23"/>
    <p:sldId id="559" r:id="rId24"/>
  </p:sldIdLst>
  <p:sldSz cx="9144000" cy="5143500" type="screen16x9"/>
  <p:notesSz cx="6797675" cy="9925050"/>
  <p:custDataLst>
    <p:tags r:id="rId28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40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坐标系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3003550"/>
            <a:ext cx="694690" cy="750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61670" y="105918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召唤海龟的代码？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61670" y="1724660"/>
            <a:ext cx="1591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+mn-ea"/>
              </a:rPr>
              <a:t>import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turtle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390140"/>
            <a:ext cx="2736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一个半径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的圆的代码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1685" y="2970530"/>
            <a:ext cx="1308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t.circle(50)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44165" y="105918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如何给海龟改名字？</a:t>
            </a:r>
            <a:endParaRPr lang="zh-CN" altLang="en-US" sz="1800"/>
          </a:p>
        </p:txBody>
      </p:sp>
      <p:sp>
        <p:nvSpPr>
          <p:cNvPr id="18" name="文本框 17"/>
          <p:cNvSpPr txBox="1"/>
          <p:nvPr/>
        </p:nvSpPr>
        <p:spPr>
          <a:xfrm>
            <a:off x="2844165" y="1774825"/>
            <a:ext cx="568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as t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34585" y="228790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/>
              <a:t>海龟初始默认的方向？</a:t>
            </a:r>
            <a:endParaRPr lang="zh-CN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8" grpId="0"/>
      <p:bldP spid="18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坐标系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坐标系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1896" y="3119889"/>
            <a:ext cx="1105816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FF0000"/>
                </a:solidFill>
              </a:rPr>
              <a:t>坐标系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280797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dirty="0"/>
              <a:t>坐标系由哪几部分构成？</a:t>
            </a:r>
            <a:endParaRPr lang="zh-CN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2714548" y="1849419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chemeClr val="tx1"/>
                </a:solidFill>
              </a:rPr>
              <a:t>坐标轴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14548" y="2690179"/>
            <a:ext cx="795334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chemeClr val="tx1"/>
                </a:solidFill>
              </a:rPr>
              <a:t>原点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14548" y="3530919"/>
            <a:ext cx="1407402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chemeClr val="tx1"/>
                </a:solidFill>
              </a:rPr>
              <a:t>单位长度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714548" y="4371659"/>
            <a:ext cx="903346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chemeClr val="tx1"/>
                </a:solidFill>
              </a:rPr>
              <a:t>象限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358640" y="3220085"/>
            <a:ext cx="37420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6228184" y="1595326"/>
            <a:ext cx="0" cy="3195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737107" y="2659888"/>
            <a:ext cx="1155374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354155" y="1389788"/>
            <a:ext cx="1155374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66071" y="3795266"/>
            <a:ext cx="1440160" cy="338554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</a:rPr>
              <a:t>原点</a:t>
            </a:r>
            <a:r>
              <a:rPr lang="en-US" altLang="zh-CN" sz="1600" b="1" dirty="0">
                <a:solidFill>
                  <a:srgbClr val="FF0000"/>
                </a:solidFill>
              </a:rPr>
              <a:t>(0,0)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6228882" y="3220387"/>
            <a:ext cx="436554" cy="6704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7" grpId="0"/>
      <p:bldP spid="28" grpId="0"/>
      <p:bldP spid="29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坐标系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059180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海龟库画布上的坐标系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625600"/>
            <a:ext cx="2376170" cy="20974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63595" y="1727835"/>
            <a:ext cx="37388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/>
              <a:t>画布上，其实也是有坐标轴的，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但是它并没有把它给显示出来，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所以很多时候，我们都需要靠，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计算和预估去判断位置。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2341880" y="4299585"/>
            <a:ext cx="4246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那么，我们就先在其他的坐标轴上先练习一下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坐标练习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82980"/>
            <a:ext cx="7327265" cy="40735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40095" y="462915"/>
            <a:ext cx="24066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坐标的写法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,y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海龟先生的能力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12140" y="9829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2140" y="2355215"/>
            <a:ext cx="300418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t.circle(100)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t.right(90)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t.left(90)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t.color(‘red’)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改颜色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1640" y="182054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/>
              <a:t>可公开情报</a:t>
            </a:r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612140" y="3677285"/>
            <a:ext cx="3522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t.goto(100,100)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去某个坐标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96055" y="4227830"/>
            <a:ext cx="475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我们先来试一试，我们海龟库的新方法。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945515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650" y="3089910"/>
            <a:ext cx="729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那么，我们来推理一下，海龟库海龟的中海龟的初始默认坐标？</a:t>
            </a:r>
            <a:endParaRPr lang="en-US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755650" y="2308860"/>
            <a:ext cx="40620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现在同学们知道了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goto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的具体用法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30" y="1008380"/>
            <a:ext cx="2076450" cy="38671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5" y="1059180"/>
            <a:ext cx="1733550" cy="401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65" y="1635125"/>
            <a:ext cx="3345815" cy="3003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1419225"/>
            <a:ext cx="1171575" cy="3171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835785" y="1003935"/>
            <a:ext cx="653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对于坐标轴有了一定的了解后，我们又要解锁一项新能力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1908175" y="185166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大家都知道，我们写字有认真写的字和连笔字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2912745" y="2284730"/>
            <a:ext cx="14020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9600"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endParaRPr lang="zh-CN" altLang="en-US" sz="9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rcRect l="22020" t="31336" r="39021" b="35508"/>
          <a:stretch>
            <a:fillRect/>
          </a:stretch>
        </p:blipFill>
        <p:spPr>
          <a:xfrm>
            <a:off x="4641215" y="2284730"/>
            <a:ext cx="1651635" cy="1406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3813175" y="40836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抬笔和落笔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12140" y="9829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2140" y="2355215"/>
            <a:ext cx="35229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t.circle(100)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t.right(90)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t.left(90)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t.color(‘red’)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改颜色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t.goto(100,100)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去某个坐标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1640" y="182054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/>
              <a:t>可公开情报</a:t>
            </a:r>
            <a:endParaRPr lang="zh-CN" altLang="en-US" sz="2000" b="1"/>
          </a:p>
        </p:txBody>
      </p:sp>
      <p:sp>
        <p:nvSpPr>
          <p:cNvPr id="11" name="文本框 10"/>
          <p:cNvSpPr txBox="1"/>
          <p:nvPr/>
        </p:nvSpPr>
        <p:spPr>
          <a:xfrm>
            <a:off x="3996055" y="4227830"/>
            <a:ext cx="475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我们先来试一试，我们海龟库的新方法。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612140" y="4011930"/>
            <a:ext cx="237045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t.penup()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抬笔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t.pendown()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落笔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1" grpId="0"/>
      <p:bldP spid="1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0" y="1779270"/>
            <a:ext cx="5029200" cy="190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12140" y="4011930"/>
            <a:ext cx="237045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t.penup()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抬笔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t.pendown()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落笔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55" y="1407160"/>
            <a:ext cx="1190625" cy="3543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2153"/>
          <a:stretch>
            <a:fillRect/>
          </a:stretch>
        </p:blipFill>
        <p:spPr>
          <a:xfrm>
            <a:off x="3420110" y="1779270"/>
            <a:ext cx="3134995" cy="2308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1059180"/>
            <a:ext cx="1452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坐标系</a:t>
            </a:r>
            <a:endParaRPr lang="zh-CN" altLang="en-US" sz="2000"/>
          </a:p>
          <a:p>
            <a:r>
              <a:rPr lang="zh-CN" altLang="en-US" sz="2000"/>
              <a:t>去某个坐标</a:t>
            </a:r>
            <a:endParaRPr lang="zh-CN" altLang="en-US" sz="2000"/>
          </a:p>
          <a:p>
            <a:r>
              <a:rPr lang="zh-CN" altLang="en-US" sz="2000"/>
              <a:t>抬笔</a:t>
            </a:r>
            <a:endParaRPr lang="zh-CN" altLang="en-US" sz="2000"/>
          </a:p>
          <a:p>
            <a:r>
              <a:rPr lang="zh-CN" altLang="en-US" sz="2000"/>
              <a:t>落笔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2411730" y="1131570"/>
            <a:ext cx="56178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笔记内容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t.penup():抬笔                     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t.pendown():落笔              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t.goto(50,100):去x:50,y:100这个坐标所在的位置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ags/tag1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WPS 演示</Application>
  <PresentationFormat>全屏显示(16:9)</PresentationFormat>
  <Paragraphs>199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394</cp:revision>
  <cp:lastPrinted>2000-12-31T21:09:00Z</cp:lastPrinted>
  <dcterms:created xsi:type="dcterms:W3CDTF">2015-11-10T12:01:00Z</dcterms:created>
  <dcterms:modified xsi:type="dcterms:W3CDTF">2022-01-21T08:43:52Z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5B518083D63E43D497BA0D644D476D67</vt:lpwstr>
  </property>
  <property fmtid="{D5CDD505-2E9C-101B-9397-08002B2CF9AE}" pid="3" name="KSOProductBuildVer">
    <vt:lpwstr>2052-11.1.0.11294</vt:lpwstr>
  </property>
</Properties>
</file>