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gif" ContentType="image/gi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485" r:id="rId3"/>
    <p:sldId id="317" r:id="rId5"/>
    <p:sldId id="497" r:id="rId6"/>
    <p:sldId id="548" r:id="rId7"/>
    <p:sldId id="525" r:id="rId8"/>
    <p:sldId id="562" r:id="rId9"/>
    <p:sldId id="550" r:id="rId10"/>
    <p:sldId id="546" r:id="rId11"/>
    <p:sldId id="563" r:id="rId12"/>
    <p:sldId id="564" r:id="rId13"/>
  </p:sldIdLst>
  <p:sldSz cx="9144000" cy="5143500" type="screen16x9"/>
  <p:notesSz cx="6797675" cy="9925050"/>
  <p:custDataLst>
    <p:tags r:id="rId17"/>
  </p:custDataLst>
  <p:defaultTextStyle>
    <a:defPPr>
      <a:defRPr lang="zh-CN"/>
    </a:defPPr>
    <a:lvl1pPr marL="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3429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6858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0287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13716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17145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6pPr>
    <a:lvl7pPr marL="20574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7pPr>
    <a:lvl8pPr marL="24003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8pPr>
    <a:lvl9pPr marL="2743200" algn="l" defTabSz="6858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useTimings="0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0070C0"/>
    <a:srgbClr val="F5F5F5"/>
    <a:srgbClr val="FF6600"/>
    <a:srgbClr val="215F27"/>
    <a:srgbClr val="E8E18A"/>
    <a:srgbClr val="FF575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639" autoAdjust="0"/>
    <p:restoredTop sz="95212" autoAdjust="0"/>
  </p:normalViewPr>
  <p:slideViewPr>
    <p:cSldViewPr>
      <p:cViewPr varScale="1">
        <p:scale>
          <a:sx n="114" d="100"/>
          <a:sy n="114" d="100"/>
        </p:scale>
        <p:origin x="518" y="82"/>
      </p:cViewPr>
      <p:guideLst>
        <p:guide orient="horz" pos="1557"/>
        <p:guide pos="281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51" d="100"/>
        <a:sy n="151" d="100"/>
      </p:scale>
      <p:origin x="0" y="83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gs" Target="tags/tag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E9C2BE1-30B0-4BFF-86E2-B29499CC183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92075" y="744538"/>
            <a:ext cx="6613525" cy="3721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79768" y="4714399"/>
            <a:ext cx="5438140" cy="446627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50443" y="9427075"/>
            <a:ext cx="2945659" cy="49625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744F346-9435-41B1-AD1D-461963F20BE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92075" y="744538"/>
            <a:ext cx="6613525" cy="3721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8615CA27-7180-4F6B-A84E-BE3F55DF184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1" y="1597821"/>
            <a:ext cx="7772400" cy="1102519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1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4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4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1" y="900113"/>
            <a:ext cx="4038600" cy="2545556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51336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151336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40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矩形 11"/>
          <p:cNvSpPr/>
          <p:nvPr userDrawn="1"/>
        </p:nvSpPr>
        <p:spPr>
          <a:xfrm>
            <a:off x="2704" y="0"/>
            <a:ext cx="9144000" cy="5143500"/>
          </a:xfrm>
          <a:prstGeom prst="rect">
            <a:avLst/>
          </a:prstGeom>
          <a:gradFill flip="none" rotWithShape="1">
            <a:gsLst>
              <a:gs pos="0">
                <a:srgbClr val="FBFBFB"/>
              </a:gs>
              <a:gs pos="79000">
                <a:schemeClr val="bg1">
                  <a:lumMod val="95000"/>
                </a:schemeClr>
              </a:gs>
              <a:gs pos="100000">
                <a:schemeClr val="bg1">
                  <a:lumMod val="8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51432" tIns="25716" rIns="51432" bIns="25716" anchor="ctr"/>
          <a:lstStyle/>
          <a:p>
            <a:pPr algn="ctr" defTabSz="685800" fontAlgn="auto">
              <a:spcBef>
                <a:spcPts val="0"/>
              </a:spcBef>
              <a:spcAft>
                <a:spcPts val="0"/>
              </a:spcAft>
              <a:defRPr/>
            </a:pPr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200152"/>
            <a:ext cx="8229600" cy="3394472"/>
          </a:xfrm>
          <a:prstGeom prst="rect">
            <a:avLst/>
          </a:prstGeom>
        </p:spPr>
        <p:txBody>
          <a:bodyPr vert="horz" lIns="68571" tIns="34285" rIns="68571" bIns="34285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3AE68D8-C826-458C-B183-20281108C25D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1" y="4767263"/>
            <a:ext cx="2895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vert="horz" lIns="68571" tIns="34285" rIns="68571" bIns="34285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0C4CAE4-7999-4689-BDF1-74DE61D8389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txStyles>
    <p:titleStyle>
      <a:lvl1pPr algn="ctr" defTabSz="685800" rtl="0" eaLnBrk="1" latinLnBrk="0" hangingPunct="1"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57175" indent="-257175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57530" indent="-21463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–"/>
        <a:defRPr sz="150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»"/>
        <a:defRPr sz="150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spcBef>
          <a:spcPct val="20000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1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7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0.GIF"/><Relationship Id="rId1" Type="http://schemas.openxmlformats.org/officeDocument/2006/relationships/image" Target="../media/image9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1" Type="http://schemas.openxmlformats.org/officeDocument/2006/relationships/image" Target="../media/image9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grpSp>
          <p:nvGrpSpPr>
            <p:cNvPr id="15" name="组合 14"/>
            <p:cNvGrpSpPr/>
            <p:nvPr/>
          </p:nvGrpSpPr>
          <p:grpSpPr>
            <a:xfrm>
              <a:off x="2274701" y="3408895"/>
              <a:ext cx="963053" cy="963053"/>
              <a:chOff x="2274701" y="3408895"/>
              <a:chExt cx="963053" cy="963053"/>
            </a:xfrm>
          </p:grpSpPr>
          <p:sp>
            <p:nvSpPr>
              <p:cNvPr id="17" name="椭圆 16"/>
              <p:cNvSpPr/>
              <p:nvPr/>
            </p:nvSpPr>
            <p:spPr>
              <a:xfrm>
                <a:off x="2274701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18" name="组合 17"/>
              <p:cNvGrpSpPr/>
              <p:nvPr/>
            </p:nvGrpSpPr>
            <p:grpSpPr>
              <a:xfrm rot="5400000">
                <a:off x="2481345" y="3693818"/>
                <a:ext cx="590112" cy="413352"/>
                <a:chOff x="-5149080" y="2419790"/>
                <a:chExt cx="3888432" cy="2723710"/>
              </a:xfrm>
            </p:grpSpPr>
            <p:sp>
              <p:nvSpPr>
                <p:cNvPr id="19" name="圆角矩形 18"/>
                <p:cNvSpPr/>
                <p:nvPr/>
              </p:nvSpPr>
              <p:spPr>
                <a:xfrm>
                  <a:off x="-5149080" y="2419790"/>
                  <a:ext cx="3888432" cy="2723710"/>
                </a:xfrm>
                <a:prstGeom prst="roundRect">
                  <a:avLst>
                    <a:gd name="adj" fmla="val 10805"/>
                  </a:avLst>
                </a:prstGeom>
                <a:solidFill>
                  <a:schemeClr val="tx1">
                    <a:lumMod val="75000"/>
                    <a:lumOff val="2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0" name="矩形 19"/>
                <p:cNvSpPr/>
                <p:nvPr/>
              </p:nvSpPr>
              <p:spPr>
                <a:xfrm>
                  <a:off x="-4760686" y="2627086"/>
                  <a:ext cx="3120572" cy="2336800"/>
                </a:xfrm>
                <a:prstGeom prst="rect">
                  <a:avLst/>
                </a:pr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1" name="圆角矩形 20"/>
                <p:cNvSpPr/>
                <p:nvPr/>
              </p:nvSpPr>
              <p:spPr>
                <a:xfrm>
                  <a:off x="-5005065" y="3408895"/>
                  <a:ext cx="130645" cy="819039"/>
                </a:xfrm>
                <a:prstGeom prst="roundRect">
                  <a:avLst>
                    <a:gd name="adj" fmla="val 34760"/>
                  </a:avLst>
                </a:prstGeom>
                <a:solidFill>
                  <a:schemeClr val="tx1">
                    <a:lumMod val="50000"/>
                    <a:lumOff val="50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2" name="矩形 21"/>
                <p:cNvSpPr/>
                <p:nvPr/>
              </p:nvSpPr>
              <p:spPr>
                <a:xfrm>
                  <a:off x="-2981576" y="2772467"/>
                  <a:ext cx="1240007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3" name="矩形 22"/>
                <p:cNvSpPr/>
                <p:nvPr/>
              </p:nvSpPr>
              <p:spPr>
                <a:xfrm>
                  <a:off x="-2628799" y="310281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4" name="矩形 23"/>
                <p:cNvSpPr/>
                <p:nvPr/>
              </p:nvSpPr>
              <p:spPr>
                <a:xfrm>
                  <a:off x="-2361572" y="3460262"/>
                  <a:ext cx="620002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5" name="矩形 24"/>
                <p:cNvSpPr/>
                <p:nvPr/>
              </p:nvSpPr>
              <p:spPr>
                <a:xfrm>
                  <a:off x="-2765552" y="3795487"/>
                  <a:ext cx="1023984" cy="174606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6" name="矩形 25"/>
                <p:cNvSpPr/>
                <p:nvPr/>
              </p:nvSpPr>
              <p:spPr>
                <a:xfrm>
                  <a:off x="-2628799" y="4169580"/>
                  <a:ext cx="887230" cy="188447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7" name="矩形 26"/>
                <p:cNvSpPr/>
                <p:nvPr/>
              </p:nvSpPr>
              <p:spPr>
                <a:xfrm>
                  <a:off x="-2097633" y="4515967"/>
                  <a:ext cx="356063" cy="188448"/>
                </a:xfrm>
                <a:prstGeom prst="rect">
                  <a:avLst/>
                </a:prstGeom>
                <a:solidFill>
                  <a:srgbClr val="F05B30"/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8" name="任意多边形 27"/>
                <p:cNvSpPr/>
                <p:nvPr/>
              </p:nvSpPr>
              <p:spPr>
                <a:xfrm>
                  <a:off x="-3499530" y="2822216"/>
                  <a:ext cx="643618" cy="1845131"/>
                </a:xfrm>
                <a:custGeom>
                  <a:avLst/>
                  <a:gdLst>
                    <a:gd name="connsiteX0" fmla="*/ 566058 w 566058"/>
                    <a:gd name="connsiteY0" fmla="*/ 0 h 1654628"/>
                    <a:gd name="connsiteX1" fmla="*/ 101600 w 566058"/>
                    <a:gd name="connsiteY1" fmla="*/ 667657 h 1654628"/>
                    <a:gd name="connsiteX2" fmla="*/ 348343 w 566058"/>
                    <a:gd name="connsiteY2" fmla="*/ 1074057 h 1654628"/>
                    <a:gd name="connsiteX3" fmla="*/ 0 w 566058"/>
                    <a:gd name="connsiteY3" fmla="*/ 1654628 h 1654628"/>
                    <a:gd name="connsiteX0-1" fmla="*/ 80283 w 348343"/>
                    <a:gd name="connsiteY0-2" fmla="*/ 0 h 1654628"/>
                    <a:gd name="connsiteX1-3" fmla="*/ 101600 w 348343"/>
                    <a:gd name="connsiteY1-4" fmla="*/ 667657 h 1654628"/>
                    <a:gd name="connsiteX2-5" fmla="*/ 348343 w 348343"/>
                    <a:gd name="connsiteY2-6" fmla="*/ 1074057 h 1654628"/>
                    <a:gd name="connsiteX3-7" fmla="*/ 0 w 348343"/>
                    <a:gd name="connsiteY3-8" fmla="*/ 1654628 h 1654628"/>
                    <a:gd name="connsiteX0-9" fmla="*/ 499384 w 499384"/>
                    <a:gd name="connsiteY0-10" fmla="*/ 0 h 1664150"/>
                    <a:gd name="connsiteX1-11" fmla="*/ 101600 w 499384"/>
                    <a:gd name="connsiteY1-12" fmla="*/ 677179 h 1664150"/>
                    <a:gd name="connsiteX2-13" fmla="*/ 348343 w 499384"/>
                    <a:gd name="connsiteY2-14" fmla="*/ 1083579 h 1664150"/>
                    <a:gd name="connsiteX3-15" fmla="*/ 0 w 499384"/>
                    <a:gd name="connsiteY3-16" fmla="*/ 1664150 h 1664150"/>
                    <a:gd name="connsiteX0-17" fmla="*/ 127909 w 348343"/>
                    <a:gd name="connsiteY0-18" fmla="*/ 0 h 1673675"/>
                    <a:gd name="connsiteX1-19" fmla="*/ 101600 w 348343"/>
                    <a:gd name="connsiteY1-20" fmla="*/ 686704 h 1673675"/>
                    <a:gd name="connsiteX2-21" fmla="*/ 348343 w 348343"/>
                    <a:gd name="connsiteY2-22" fmla="*/ 1093104 h 1673675"/>
                    <a:gd name="connsiteX3-23" fmla="*/ 0 w 348343"/>
                    <a:gd name="connsiteY3-24" fmla="*/ 1673675 h 1673675"/>
                    <a:gd name="connsiteX0-25" fmla="*/ 127909 w 454025"/>
                    <a:gd name="connsiteY0-26" fmla="*/ 0 h 1673675"/>
                    <a:gd name="connsiteX1-27" fmla="*/ 454025 w 454025"/>
                    <a:gd name="connsiteY1-28" fmla="*/ 534304 h 1673675"/>
                    <a:gd name="connsiteX2-29" fmla="*/ 348343 w 454025"/>
                    <a:gd name="connsiteY2-30" fmla="*/ 1093104 h 1673675"/>
                    <a:gd name="connsiteX3-31" fmla="*/ 0 w 454025"/>
                    <a:gd name="connsiteY3-32" fmla="*/ 1673675 h 1673675"/>
                    <a:gd name="connsiteX0-33" fmla="*/ 127909 w 454025"/>
                    <a:gd name="connsiteY0-34" fmla="*/ 0 h 1673675"/>
                    <a:gd name="connsiteX1-35" fmla="*/ 454025 w 454025"/>
                    <a:gd name="connsiteY1-36" fmla="*/ 534304 h 1673675"/>
                    <a:gd name="connsiteX2-37" fmla="*/ 148318 w 454025"/>
                    <a:gd name="connsiteY2-38" fmla="*/ 797829 h 1673675"/>
                    <a:gd name="connsiteX3-39" fmla="*/ 0 w 454025"/>
                    <a:gd name="connsiteY3-40" fmla="*/ 1673675 h 1673675"/>
                    <a:gd name="connsiteX0-41" fmla="*/ 0 w 348341"/>
                    <a:gd name="connsiteY0-42" fmla="*/ 0 h 1616525"/>
                    <a:gd name="connsiteX1-43" fmla="*/ 326116 w 348341"/>
                    <a:gd name="connsiteY1-44" fmla="*/ 534304 h 1616525"/>
                    <a:gd name="connsiteX2-45" fmla="*/ 20409 w 348341"/>
                    <a:gd name="connsiteY2-46" fmla="*/ 797829 h 1616525"/>
                    <a:gd name="connsiteX3-47" fmla="*/ 348341 w 348341"/>
                    <a:gd name="connsiteY3-48" fmla="*/ 1616525 h 1616525"/>
                    <a:gd name="connsiteX0-49" fmla="*/ 0 w 348341"/>
                    <a:gd name="connsiteY0-50" fmla="*/ 0 h 1616525"/>
                    <a:gd name="connsiteX1-51" fmla="*/ 326116 w 348341"/>
                    <a:gd name="connsiteY1-52" fmla="*/ 534304 h 1616525"/>
                    <a:gd name="connsiteX2-53" fmla="*/ 68034 w 348341"/>
                    <a:gd name="connsiteY2-54" fmla="*/ 950229 h 1616525"/>
                    <a:gd name="connsiteX3-55" fmla="*/ 348341 w 348341"/>
                    <a:gd name="connsiteY3-56" fmla="*/ 1616525 h 1616525"/>
                    <a:gd name="connsiteX0-57" fmla="*/ 0 w 386441"/>
                    <a:gd name="connsiteY0-58" fmla="*/ 0 h 1721300"/>
                    <a:gd name="connsiteX1-59" fmla="*/ 364216 w 386441"/>
                    <a:gd name="connsiteY1-60" fmla="*/ 639079 h 1721300"/>
                    <a:gd name="connsiteX2-61" fmla="*/ 106134 w 386441"/>
                    <a:gd name="connsiteY2-62" fmla="*/ 1055004 h 1721300"/>
                    <a:gd name="connsiteX3-63" fmla="*/ 386441 w 386441"/>
                    <a:gd name="connsiteY3-64" fmla="*/ 1721300 h 1721300"/>
                    <a:gd name="connsiteX0-65" fmla="*/ 0 w 415017"/>
                    <a:gd name="connsiteY0-66" fmla="*/ 0 h 1787978"/>
                    <a:gd name="connsiteX1-67" fmla="*/ 364216 w 415017"/>
                    <a:gd name="connsiteY1-68" fmla="*/ 639079 h 1787978"/>
                    <a:gd name="connsiteX2-69" fmla="*/ 106134 w 415017"/>
                    <a:gd name="connsiteY2-70" fmla="*/ 1055004 h 1787978"/>
                    <a:gd name="connsiteX3-71" fmla="*/ 415017 w 415017"/>
                    <a:gd name="connsiteY3-72" fmla="*/ 1787978 h 1787978"/>
                    <a:gd name="connsiteX0-73" fmla="*/ 0 w 643618"/>
                    <a:gd name="connsiteY0-74" fmla="*/ 0 h 1845131"/>
                    <a:gd name="connsiteX1-75" fmla="*/ 364216 w 643618"/>
                    <a:gd name="connsiteY1-76" fmla="*/ 639079 h 1845131"/>
                    <a:gd name="connsiteX2-77" fmla="*/ 106134 w 643618"/>
                    <a:gd name="connsiteY2-78" fmla="*/ 1055004 h 1845131"/>
                    <a:gd name="connsiteX3-79" fmla="*/ 643618 w 643618"/>
                    <a:gd name="connsiteY3-80" fmla="*/ 1845131 h 1845131"/>
                    <a:gd name="connsiteX0-81" fmla="*/ 0 w 643618"/>
                    <a:gd name="connsiteY0-82" fmla="*/ 0 h 1845131"/>
                    <a:gd name="connsiteX1-83" fmla="*/ 364216 w 643618"/>
                    <a:gd name="connsiteY1-84" fmla="*/ 639079 h 1845131"/>
                    <a:gd name="connsiteX2-85" fmla="*/ 144235 w 643618"/>
                    <a:gd name="connsiteY2-86" fmla="*/ 1093107 h 1845131"/>
                    <a:gd name="connsiteX3-87" fmla="*/ 643618 w 643618"/>
                    <a:gd name="connsiteY3-88" fmla="*/ 1845131 h 1845131"/>
                    <a:gd name="connsiteX0-89" fmla="*/ 0 w 643618"/>
                    <a:gd name="connsiteY0-90" fmla="*/ 0 h 1845131"/>
                    <a:gd name="connsiteX1-91" fmla="*/ 468992 w 643618"/>
                    <a:gd name="connsiteY1-92" fmla="*/ 667657 h 1845131"/>
                    <a:gd name="connsiteX2-93" fmla="*/ 144235 w 643618"/>
                    <a:gd name="connsiteY2-94" fmla="*/ 1093107 h 1845131"/>
                    <a:gd name="connsiteX3-95" fmla="*/ 643618 w 643618"/>
                    <a:gd name="connsiteY3-96" fmla="*/ 1845131 h 1845131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643618" h="1845131">
                      <a:moveTo>
                        <a:pt x="0" y="0"/>
                      </a:moveTo>
                      <a:lnTo>
                        <a:pt x="468992" y="667657"/>
                      </a:lnTo>
                      <a:lnTo>
                        <a:pt x="144235" y="1093107"/>
                      </a:lnTo>
                      <a:lnTo>
                        <a:pt x="643618" y="1845131"/>
                      </a:lnTo>
                    </a:path>
                  </a:pathLst>
                </a:custGeom>
                <a:ln w="19050">
                  <a:solidFill>
                    <a:schemeClr val="accent1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29" name="矩形 28"/>
                <p:cNvSpPr/>
                <p:nvPr/>
              </p:nvSpPr>
              <p:spPr>
                <a:xfrm rot="16200000">
                  <a:off x="-521550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0" name="矩形 29"/>
                <p:cNvSpPr/>
                <p:nvPr/>
              </p:nvSpPr>
              <p:spPr>
                <a:xfrm rot="16200000">
                  <a:off x="-5021317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1" name="矩形 30"/>
                <p:cNvSpPr/>
                <p:nvPr/>
              </p:nvSpPr>
              <p:spPr>
                <a:xfrm rot="16200000">
                  <a:off x="-4248975" y="3697670"/>
                  <a:ext cx="697551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2" name="矩形 31"/>
                <p:cNvSpPr/>
                <p:nvPr/>
              </p:nvSpPr>
              <p:spPr>
                <a:xfrm rot="16200000">
                  <a:off x="-4464763" y="2672165"/>
                  <a:ext cx="518792" cy="719389"/>
                </a:xfrm>
                <a:prstGeom prst="rect">
                  <a:avLst/>
                </a:prstGeom>
                <a:solidFill>
                  <a:schemeClr val="bg1">
                    <a:lumMod val="7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33" name="矩形 32"/>
                <p:cNvSpPr/>
                <p:nvPr/>
              </p:nvSpPr>
              <p:spPr>
                <a:xfrm rot="16200000">
                  <a:off x="-4804681" y="4059333"/>
                  <a:ext cx="1395103" cy="94225"/>
                </a:xfrm>
                <a:prstGeom prst="rect">
                  <a:avLst/>
                </a:prstGeom>
                <a:solidFill>
                  <a:schemeClr val="bg1">
                    <a:lumMod val="95000"/>
                  </a:schemeClr>
                </a:solidFill>
                <a:ln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36" name="组合 35"/>
            <p:cNvGrpSpPr/>
            <p:nvPr/>
          </p:nvGrpSpPr>
          <p:grpSpPr>
            <a:xfrm>
              <a:off x="3718794" y="3571875"/>
              <a:ext cx="514787" cy="661876"/>
              <a:chOff x="2712755" y="-14322882"/>
              <a:chExt cx="4403253" cy="5661384"/>
            </a:xfrm>
          </p:grpSpPr>
          <p:sp>
            <p:nvSpPr>
              <p:cNvPr id="38" name="矩形 37"/>
              <p:cNvSpPr/>
              <p:nvPr/>
            </p:nvSpPr>
            <p:spPr>
              <a:xfrm rot="21392143">
                <a:off x="2712755" y="-14322882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accent1"/>
                </a:solidFill>
              </a:ln>
              <a:effectLst>
                <a:outerShdw blurRad="12700" dist="12700" dir="12000000" algn="tr" rotWithShape="0">
                  <a:prstClr val="black">
                    <a:alpha val="14000"/>
                  </a:prst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39" name="矩形 38"/>
              <p:cNvSpPr/>
              <p:nvPr/>
            </p:nvSpPr>
            <p:spPr>
              <a:xfrm>
                <a:off x="3083560" y="-14206114"/>
                <a:ext cx="4032448" cy="5544616"/>
              </a:xfrm>
              <a:prstGeom prst="rect">
                <a:avLst/>
              </a:prstGeom>
              <a:solidFill>
                <a:schemeClr val="bg1"/>
              </a:solidFill>
              <a:ln w="31750">
                <a:solidFill>
                  <a:schemeClr val="accent1"/>
                </a:solidFill>
              </a:ln>
              <a:effectLst>
                <a:outerShdw blurRad="12700" sx="102000" sy="102000" algn="ctr" rotWithShape="0">
                  <a:schemeClr val="bg1">
                    <a:lumMod val="75000"/>
                    <a:alpha val="40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40" name="饼形 39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305761"/>
                  <a:gd name="adj2" fmla="val 16200000"/>
                </a:avLst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1" name="饼形 40"/>
              <p:cNvSpPr/>
              <p:nvPr/>
            </p:nvSpPr>
            <p:spPr>
              <a:xfrm>
                <a:off x="3391865" y="-13558042"/>
                <a:ext cx="1512168" cy="1512168"/>
              </a:xfrm>
              <a:prstGeom prst="pie">
                <a:avLst>
                  <a:gd name="adj1" fmla="val 717980"/>
                  <a:gd name="adj2" fmla="val 7304315"/>
                </a:avLst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2" name="饼形 41"/>
              <p:cNvSpPr/>
              <p:nvPr/>
            </p:nvSpPr>
            <p:spPr>
              <a:xfrm>
                <a:off x="3395494" y="-13558400"/>
                <a:ext cx="1512168" cy="1512168"/>
              </a:xfrm>
              <a:prstGeom prst="pie">
                <a:avLst>
                  <a:gd name="adj1" fmla="val 17496917"/>
                  <a:gd name="adj2" fmla="val 821231"/>
                </a:avLst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3" name="饼形 42"/>
              <p:cNvSpPr/>
              <p:nvPr/>
            </p:nvSpPr>
            <p:spPr>
              <a:xfrm>
                <a:off x="3402121" y="-13558400"/>
                <a:ext cx="1512168" cy="1512168"/>
              </a:xfrm>
              <a:prstGeom prst="pie">
                <a:avLst>
                  <a:gd name="adj1" fmla="val 16163509"/>
                  <a:gd name="adj2" fmla="val 17465061"/>
                </a:avLst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4" name="椭圆 43"/>
              <p:cNvSpPr/>
              <p:nvPr/>
            </p:nvSpPr>
            <p:spPr>
              <a:xfrm>
                <a:off x="5150443" y="-13414026"/>
                <a:ext cx="233762" cy="233762"/>
              </a:xfrm>
              <a:prstGeom prst="ellipse">
                <a:avLst/>
              </a:prstGeom>
              <a:solidFill>
                <a:srgbClr val="F05B3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5" name="椭圆 44"/>
              <p:cNvSpPr/>
              <p:nvPr/>
            </p:nvSpPr>
            <p:spPr>
              <a:xfrm>
                <a:off x="5150443" y="-13125994"/>
                <a:ext cx="233762" cy="233762"/>
              </a:xfrm>
              <a:prstGeom prst="ellipse">
                <a:avLst/>
              </a:prstGeom>
              <a:solidFill>
                <a:schemeClr val="tx1">
                  <a:lumMod val="65000"/>
                  <a:lumOff val="3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7" name="椭圆 46"/>
              <p:cNvSpPr/>
              <p:nvPr/>
            </p:nvSpPr>
            <p:spPr>
              <a:xfrm>
                <a:off x="5150443" y="-12837962"/>
                <a:ext cx="233762" cy="233762"/>
              </a:xfrm>
              <a:prstGeom prst="ellipse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8" name="椭圆 47"/>
              <p:cNvSpPr/>
              <p:nvPr/>
            </p:nvSpPr>
            <p:spPr>
              <a:xfrm>
                <a:off x="5150443" y="-12549930"/>
                <a:ext cx="233762" cy="233762"/>
              </a:xfrm>
              <a:prstGeom prst="ellipse">
                <a:avLst/>
              </a:prstGeom>
              <a:solidFill>
                <a:schemeClr val="bg1">
                  <a:lumMod val="7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solidFill>
                    <a:schemeClr val="tx1"/>
                  </a:solidFill>
                </a:endParaRPr>
              </a:p>
            </p:txBody>
          </p:sp>
          <p:sp>
            <p:nvSpPr>
              <p:cNvPr id="49" name="矩形 48"/>
              <p:cNvSpPr/>
              <p:nvPr/>
            </p:nvSpPr>
            <p:spPr>
              <a:xfrm>
                <a:off x="5436096" y="-13342018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矩形 49"/>
              <p:cNvSpPr/>
              <p:nvPr/>
            </p:nvSpPr>
            <p:spPr>
              <a:xfrm>
                <a:off x="5436096" y="-13056696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1" name="矩形 50"/>
              <p:cNvSpPr/>
              <p:nvPr/>
            </p:nvSpPr>
            <p:spPr>
              <a:xfrm>
                <a:off x="5436096" y="-12771374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2" name="矩形 51"/>
              <p:cNvSpPr/>
              <p:nvPr/>
            </p:nvSpPr>
            <p:spPr>
              <a:xfrm>
                <a:off x="5436096" y="-12486053"/>
                <a:ext cx="144095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3" name="矩形 52"/>
              <p:cNvSpPr/>
              <p:nvPr/>
            </p:nvSpPr>
            <p:spPr>
              <a:xfrm>
                <a:off x="3397322" y="-11397802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矩形 53"/>
              <p:cNvSpPr/>
              <p:nvPr/>
            </p:nvSpPr>
            <p:spPr>
              <a:xfrm>
                <a:off x="3397322" y="-11135709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5" name="矩形 54"/>
              <p:cNvSpPr/>
              <p:nvPr/>
            </p:nvSpPr>
            <p:spPr>
              <a:xfrm>
                <a:off x="3397322" y="-10873616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6" name="矩形 55"/>
              <p:cNvSpPr/>
              <p:nvPr/>
            </p:nvSpPr>
            <p:spPr>
              <a:xfrm>
                <a:off x="3397322" y="-10611523"/>
                <a:ext cx="3479728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1" name="矩形 60"/>
              <p:cNvSpPr/>
              <p:nvPr/>
            </p:nvSpPr>
            <p:spPr>
              <a:xfrm>
                <a:off x="3397322" y="-10349432"/>
                <a:ext cx="1739864" cy="106007"/>
              </a:xfrm>
              <a:prstGeom prst="rect">
                <a:avLst/>
              </a:pr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5" name="任意多边形 64"/>
              <p:cNvSpPr/>
              <p:nvPr/>
            </p:nvSpPr>
            <p:spPr>
              <a:xfrm>
                <a:off x="3413760" y="-9885634"/>
                <a:ext cx="3467100" cy="1015954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chemeClr val="bg1">
                  <a:lumMod val="95000"/>
                </a:schemeClr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66" name="任意多边形 65"/>
              <p:cNvSpPr/>
              <p:nvPr/>
            </p:nvSpPr>
            <p:spPr>
              <a:xfrm>
                <a:off x="3413760" y="-9547860"/>
                <a:ext cx="3467100" cy="678180"/>
              </a:xfrm>
              <a:custGeom>
                <a:avLst/>
                <a:gdLst>
                  <a:gd name="connsiteX0" fmla="*/ 15240 w 3467100"/>
                  <a:gd name="connsiteY0" fmla="*/ 670560 h 678180"/>
                  <a:gd name="connsiteX1" fmla="*/ 3467100 w 3467100"/>
                  <a:gd name="connsiteY1" fmla="*/ 678180 h 678180"/>
                  <a:gd name="connsiteX2" fmla="*/ 3459480 w 3467100"/>
                  <a:gd name="connsiteY2" fmla="*/ 0 h 678180"/>
                  <a:gd name="connsiteX3" fmla="*/ 3215640 w 3467100"/>
                  <a:gd name="connsiteY3" fmla="*/ 45720 h 678180"/>
                  <a:gd name="connsiteX4" fmla="*/ 3070860 w 3467100"/>
                  <a:gd name="connsiteY4" fmla="*/ 175260 h 678180"/>
                  <a:gd name="connsiteX5" fmla="*/ 2948940 w 3467100"/>
                  <a:gd name="connsiteY5" fmla="*/ 419100 h 678180"/>
                  <a:gd name="connsiteX6" fmla="*/ 2842260 w 3467100"/>
                  <a:gd name="connsiteY6" fmla="*/ 289560 h 678180"/>
                  <a:gd name="connsiteX7" fmla="*/ 2705100 w 3467100"/>
                  <a:gd name="connsiteY7" fmla="*/ 266700 h 678180"/>
                  <a:gd name="connsiteX8" fmla="*/ 2628900 w 3467100"/>
                  <a:gd name="connsiteY8" fmla="*/ 365760 h 678180"/>
                  <a:gd name="connsiteX9" fmla="*/ 2583180 w 3467100"/>
                  <a:gd name="connsiteY9" fmla="*/ 434340 h 678180"/>
                  <a:gd name="connsiteX10" fmla="*/ 2468880 w 3467100"/>
                  <a:gd name="connsiteY10" fmla="*/ 259080 h 678180"/>
                  <a:gd name="connsiteX11" fmla="*/ 2270760 w 3467100"/>
                  <a:gd name="connsiteY11" fmla="*/ 198120 h 678180"/>
                  <a:gd name="connsiteX12" fmla="*/ 2034540 w 3467100"/>
                  <a:gd name="connsiteY12" fmla="*/ 167640 h 678180"/>
                  <a:gd name="connsiteX13" fmla="*/ 2042160 w 3467100"/>
                  <a:gd name="connsiteY13" fmla="*/ 213360 h 678180"/>
                  <a:gd name="connsiteX14" fmla="*/ 1790700 w 3467100"/>
                  <a:gd name="connsiteY14" fmla="*/ 312420 h 678180"/>
                  <a:gd name="connsiteX15" fmla="*/ 1783080 w 3467100"/>
                  <a:gd name="connsiteY15" fmla="*/ 403860 h 678180"/>
                  <a:gd name="connsiteX16" fmla="*/ 1699260 w 3467100"/>
                  <a:gd name="connsiteY16" fmla="*/ 441960 h 678180"/>
                  <a:gd name="connsiteX17" fmla="*/ 1592580 w 3467100"/>
                  <a:gd name="connsiteY17" fmla="*/ 327660 h 678180"/>
                  <a:gd name="connsiteX18" fmla="*/ 1424940 w 3467100"/>
                  <a:gd name="connsiteY18" fmla="*/ 327660 h 678180"/>
                  <a:gd name="connsiteX19" fmla="*/ 1249680 w 3467100"/>
                  <a:gd name="connsiteY19" fmla="*/ 441960 h 678180"/>
                  <a:gd name="connsiteX20" fmla="*/ 1120140 w 3467100"/>
                  <a:gd name="connsiteY20" fmla="*/ 381000 h 678180"/>
                  <a:gd name="connsiteX21" fmla="*/ 998220 w 3467100"/>
                  <a:gd name="connsiteY21" fmla="*/ 403860 h 678180"/>
                  <a:gd name="connsiteX22" fmla="*/ 914400 w 3467100"/>
                  <a:gd name="connsiteY22" fmla="*/ 449580 h 678180"/>
                  <a:gd name="connsiteX23" fmla="*/ 853440 w 3467100"/>
                  <a:gd name="connsiteY23" fmla="*/ 518160 h 678180"/>
                  <a:gd name="connsiteX24" fmla="*/ 701040 w 3467100"/>
                  <a:gd name="connsiteY24" fmla="*/ 495300 h 678180"/>
                  <a:gd name="connsiteX25" fmla="*/ 647700 w 3467100"/>
                  <a:gd name="connsiteY25" fmla="*/ 518160 h 678180"/>
                  <a:gd name="connsiteX26" fmla="*/ 647700 w 3467100"/>
                  <a:gd name="connsiteY26" fmla="*/ 533400 h 678180"/>
                  <a:gd name="connsiteX27" fmla="*/ 441960 w 3467100"/>
                  <a:gd name="connsiteY27" fmla="*/ 441960 h 678180"/>
                  <a:gd name="connsiteX28" fmla="*/ 358140 w 3467100"/>
                  <a:gd name="connsiteY28" fmla="*/ 495300 h 678180"/>
                  <a:gd name="connsiteX29" fmla="*/ 320040 w 3467100"/>
                  <a:gd name="connsiteY29" fmla="*/ 541020 h 678180"/>
                  <a:gd name="connsiteX30" fmla="*/ 53340 w 3467100"/>
                  <a:gd name="connsiteY30" fmla="*/ 586740 h 678180"/>
                  <a:gd name="connsiteX31" fmla="*/ 0 w 3467100"/>
                  <a:gd name="connsiteY31" fmla="*/ 594360 h 678180"/>
                  <a:gd name="connsiteX32" fmla="*/ 15240 w 3467100"/>
                  <a:gd name="connsiteY32" fmla="*/ 670560 h 67818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  <a:cxn ang="0">
                    <a:pos x="connsiteX12" y="connsiteY12"/>
                  </a:cxn>
                  <a:cxn ang="0">
                    <a:pos x="connsiteX13" y="connsiteY13"/>
                  </a:cxn>
                  <a:cxn ang="0">
                    <a:pos x="connsiteX14" y="connsiteY14"/>
                  </a:cxn>
                  <a:cxn ang="0">
                    <a:pos x="connsiteX15" y="connsiteY15"/>
                  </a:cxn>
                  <a:cxn ang="0">
                    <a:pos x="connsiteX16" y="connsiteY16"/>
                  </a:cxn>
                  <a:cxn ang="0">
                    <a:pos x="connsiteX17" y="connsiteY17"/>
                  </a:cxn>
                  <a:cxn ang="0">
                    <a:pos x="connsiteX18" y="connsiteY18"/>
                  </a:cxn>
                  <a:cxn ang="0">
                    <a:pos x="connsiteX19" y="connsiteY19"/>
                  </a:cxn>
                  <a:cxn ang="0">
                    <a:pos x="connsiteX20" y="connsiteY20"/>
                  </a:cxn>
                  <a:cxn ang="0">
                    <a:pos x="connsiteX21" y="connsiteY21"/>
                  </a:cxn>
                  <a:cxn ang="0">
                    <a:pos x="connsiteX22" y="connsiteY22"/>
                  </a:cxn>
                  <a:cxn ang="0">
                    <a:pos x="connsiteX23" y="connsiteY23"/>
                  </a:cxn>
                  <a:cxn ang="0">
                    <a:pos x="connsiteX24" y="connsiteY24"/>
                  </a:cxn>
                  <a:cxn ang="0">
                    <a:pos x="connsiteX25" y="connsiteY25"/>
                  </a:cxn>
                  <a:cxn ang="0">
                    <a:pos x="connsiteX26" y="connsiteY26"/>
                  </a:cxn>
                  <a:cxn ang="0">
                    <a:pos x="connsiteX27" y="connsiteY27"/>
                  </a:cxn>
                  <a:cxn ang="0">
                    <a:pos x="connsiteX28" y="connsiteY28"/>
                  </a:cxn>
                  <a:cxn ang="0">
                    <a:pos x="connsiteX29" y="connsiteY29"/>
                  </a:cxn>
                  <a:cxn ang="0">
                    <a:pos x="connsiteX30" y="connsiteY30"/>
                  </a:cxn>
                  <a:cxn ang="0">
                    <a:pos x="connsiteX31" y="connsiteY31"/>
                  </a:cxn>
                  <a:cxn ang="0">
                    <a:pos x="connsiteX32" y="connsiteY32"/>
                  </a:cxn>
                </a:cxnLst>
                <a:rect l="l" t="t" r="r" b="b"/>
                <a:pathLst>
                  <a:path w="3467100" h="678180">
                    <a:moveTo>
                      <a:pt x="15240" y="670560"/>
                    </a:moveTo>
                    <a:lnTo>
                      <a:pt x="3467100" y="678180"/>
                    </a:lnTo>
                    <a:lnTo>
                      <a:pt x="3459480" y="0"/>
                    </a:lnTo>
                    <a:lnTo>
                      <a:pt x="3215640" y="45720"/>
                    </a:lnTo>
                    <a:lnTo>
                      <a:pt x="3070860" y="175260"/>
                    </a:lnTo>
                    <a:lnTo>
                      <a:pt x="2948940" y="419100"/>
                    </a:lnTo>
                    <a:lnTo>
                      <a:pt x="2842260" y="289560"/>
                    </a:lnTo>
                    <a:lnTo>
                      <a:pt x="2705100" y="266700"/>
                    </a:lnTo>
                    <a:lnTo>
                      <a:pt x="2628900" y="365760"/>
                    </a:lnTo>
                    <a:lnTo>
                      <a:pt x="2583180" y="434340"/>
                    </a:lnTo>
                    <a:lnTo>
                      <a:pt x="2468880" y="259080"/>
                    </a:lnTo>
                    <a:lnTo>
                      <a:pt x="2270760" y="198120"/>
                    </a:lnTo>
                    <a:lnTo>
                      <a:pt x="2034540" y="167640"/>
                    </a:lnTo>
                    <a:lnTo>
                      <a:pt x="2042160" y="213360"/>
                    </a:lnTo>
                    <a:lnTo>
                      <a:pt x="1790700" y="312420"/>
                    </a:lnTo>
                    <a:lnTo>
                      <a:pt x="1783080" y="403860"/>
                    </a:lnTo>
                    <a:lnTo>
                      <a:pt x="1699260" y="441960"/>
                    </a:lnTo>
                    <a:lnTo>
                      <a:pt x="1592580" y="327660"/>
                    </a:lnTo>
                    <a:lnTo>
                      <a:pt x="1424940" y="327660"/>
                    </a:lnTo>
                    <a:lnTo>
                      <a:pt x="1249680" y="441960"/>
                    </a:lnTo>
                    <a:lnTo>
                      <a:pt x="1120140" y="381000"/>
                    </a:lnTo>
                    <a:lnTo>
                      <a:pt x="998220" y="403860"/>
                    </a:lnTo>
                    <a:lnTo>
                      <a:pt x="914400" y="449580"/>
                    </a:lnTo>
                    <a:lnTo>
                      <a:pt x="853440" y="518160"/>
                    </a:lnTo>
                    <a:lnTo>
                      <a:pt x="701040" y="495300"/>
                    </a:lnTo>
                    <a:lnTo>
                      <a:pt x="647700" y="518160"/>
                    </a:lnTo>
                    <a:lnTo>
                      <a:pt x="647700" y="533400"/>
                    </a:lnTo>
                    <a:lnTo>
                      <a:pt x="441960" y="441960"/>
                    </a:lnTo>
                    <a:lnTo>
                      <a:pt x="358140" y="495300"/>
                    </a:lnTo>
                    <a:lnTo>
                      <a:pt x="320040" y="541020"/>
                    </a:lnTo>
                    <a:lnTo>
                      <a:pt x="53340" y="586740"/>
                    </a:lnTo>
                    <a:lnTo>
                      <a:pt x="0" y="594360"/>
                    </a:lnTo>
                    <a:lnTo>
                      <a:pt x="15240" y="670560"/>
                    </a:lnTo>
                    <a:close/>
                  </a:path>
                </a:pathLst>
              </a:custGeom>
              <a:solidFill>
                <a:srgbClr val="00B0F0"/>
              </a:soli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grpSp>
          <p:nvGrpSpPr>
            <p:cNvPr id="68" name="组合 67"/>
            <p:cNvGrpSpPr/>
            <p:nvPr/>
          </p:nvGrpSpPr>
          <p:grpSpPr>
            <a:xfrm>
              <a:off x="4718335" y="3408895"/>
              <a:ext cx="963053" cy="963053"/>
              <a:chOff x="4718335" y="3408895"/>
              <a:chExt cx="963053" cy="963053"/>
            </a:xfrm>
          </p:grpSpPr>
          <p:sp>
            <p:nvSpPr>
              <p:cNvPr id="70" name="椭圆 69"/>
              <p:cNvSpPr/>
              <p:nvPr/>
            </p:nvSpPr>
            <p:spPr>
              <a:xfrm>
                <a:off x="4718335" y="3408895"/>
                <a:ext cx="963053" cy="963053"/>
              </a:xfrm>
              <a:prstGeom prst="ellipse">
                <a:avLst/>
              </a:prstGeom>
              <a:solidFill>
                <a:schemeClr val="bg1"/>
              </a:solidFill>
              <a:ln w="53975">
                <a:solidFill>
                  <a:schemeClr val="accent1"/>
                </a:solidFill>
              </a:ln>
              <a:effectLst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grpSp>
            <p:nvGrpSpPr>
              <p:cNvPr id="71" name="组合 70"/>
              <p:cNvGrpSpPr/>
              <p:nvPr/>
            </p:nvGrpSpPr>
            <p:grpSpPr>
              <a:xfrm>
                <a:off x="5032502" y="3574946"/>
                <a:ext cx="469644" cy="660501"/>
                <a:chOff x="985407" y="-380578"/>
                <a:chExt cx="1269922" cy="1786000"/>
              </a:xfrm>
            </p:grpSpPr>
            <p:sp>
              <p:nvSpPr>
                <p:cNvPr id="72" name="矩形 71"/>
                <p:cNvSpPr/>
                <p:nvPr/>
              </p:nvSpPr>
              <p:spPr>
                <a:xfrm rot="19206286">
                  <a:off x="1124633" y="496942"/>
                  <a:ext cx="207067" cy="201385"/>
                </a:xfrm>
                <a:prstGeom prst="rect">
                  <a:avLst/>
                </a:pr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3" name="矩形 118"/>
                <p:cNvSpPr/>
                <p:nvPr/>
              </p:nvSpPr>
              <p:spPr>
                <a:xfrm rot="18762049">
                  <a:off x="332972" y="511393"/>
                  <a:ext cx="1546464" cy="241594"/>
                </a:xfrm>
                <a:custGeom>
                  <a:avLst/>
                  <a:gdLst>
                    <a:gd name="connsiteX0" fmla="*/ 0 w 207067"/>
                    <a:gd name="connsiteY0" fmla="*/ 0 h 201385"/>
                    <a:gd name="connsiteX1" fmla="*/ 207067 w 207067"/>
                    <a:gd name="connsiteY1" fmla="*/ 0 h 201385"/>
                    <a:gd name="connsiteX2" fmla="*/ 207067 w 207067"/>
                    <a:gd name="connsiteY2" fmla="*/ 201385 h 201385"/>
                    <a:gd name="connsiteX3" fmla="*/ 0 w 207067"/>
                    <a:gd name="connsiteY3" fmla="*/ 201385 h 201385"/>
                    <a:gd name="connsiteX4" fmla="*/ 0 w 207067"/>
                    <a:gd name="connsiteY4" fmla="*/ 0 h 201385"/>
                    <a:gd name="connsiteX0-1" fmla="*/ 0 w 207067"/>
                    <a:gd name="connsiteY0-2" fmla="*/ 0 h 201385"/>
                    <a:gd name="connsiteX1-3" fmla="*/ 207067 w 207067"/>
                    <a:gd name="connsiteY1-4" fmla="*/ 201385 h 201385"/>
                    <a:gd name="connsiteX2-5" fmla="*/ 0 w 207067"/>
                    <a:gd name="connsiteY2-6" fmla="*/ 201385 h 201385"/>
                    <a:gd name="connsiteX3-7" fmla="*/ 0 w 207067"/>
                    <a:gd name="connsiteY3-8" fmla="*/ 0 h 201385"/>
                    <a:gd name="connsiteX0-9" fmla="*/ 0 w 328536"/>
                    <a:gd name="connsiteY0-10" fmla="*/ 0 h 201385"/>
                    <a:gd name="connsiteX1-11" fmla="*/ 328536 w 328536"/>
                    <a:gd name="connsiteY1-12" fmla="*/ 122913 h 201385"/>
                    <a:gd name="connsiteX2-13" fmla="*/ 0 w 328536"/>
                    <a:gd name="connsiteY2-14" fmla="*/ 201385 h 201385"/>
                    <a:gd name="connsiteX3-15" fmla="*/ 0 w 328536"/>
                    <a:gd name="connsiteY3-16" fmla="*/ 0 h 201385"/>
                    <a:gd name="connsiteX0-17" fmla="*/ 0 w 1410707"/>
                    <a:gd name="connsiteY0-18" fmla="*/ 0 h 239244"/>
                    <a:gd name="connsiteX1-19" fmla="*/ 1410707 w 1410707"/>
                    <a:gd name="connsiteY1-20" fmla="*/ 239244 h 239244"/>
                    <a:gd name="connsiteX2-21" fmla="*/ 0 w 1410707"/>
                    <a:gd name="connsiteY2-22" fmla="*/ 201385 h 239244"/>
                    <a:gd name="connsiteX3-23" fmla="*/ 0 w 1410707"/>
                    <a:gd name="connsiteY3-24" fmla="*/ 0 h 239244"/>
                    <a:gd name="connsiteX0-25" fmla="*/ 71424 w 1482131"/>
                    <a:gd name="connsiteY0-26" fmla="*/ 0 h 239244"/>
                    <a:gd name="connsiteX1-27" fmla="*/ 1482131 w 1482131"/>
                    <a:gd name="connsiteY1-28" fmla="*/ 239244 h 239244"/>
                    <a:gd name="connsiteX2-29" fmla="*/ 71424 w 1482131"/>
                    <a:gd name="connsiteY2-30" fmla="*/ 201385 h 239244"/>
                    <a:gd name="connsiteX3-31" fmla="*/ 71424 w 1482131"/>
                    <a:gd name="connsiteY3-32" fmla="*/ 0 h 239244"/>
                    <a:gd name="connsiteX0-33" fmla="*/ 120956 w 1531663"/>
                    <a:gd name="connsiteY0-34" fmla="*/ 0 h 239244"/>
                    <a:gd name="connsiteX1-35" fmla="*/ 1531663 w 1531663"/>
                    <a:gd name="connsiteY1-36" fmla="*/ 239244 h 239244"/>
                    <a:gd name="connsiteX2-37" fmla="*/ 120956 w 1531663"/>
                    <a:gd name="connsiteY2-38" fmla="*/ 201385 h 239244"/>
                    <a:gd name="connsiteX3-39" fmla="*/ 120956 w 1531663"/>
                    <a:gd name="connsiteY3-40" fmla="*/ 0 h 239244"/>
                    <a:gd name="connsiteX0-41" fmla="*/ 111825 w 1522532"/>
                    <a:gd name="connsiteY0-42" fmla="*/ 0 h 239244"/>
                    <a:gd name="connsiteX1-43" fmla="*/ 1522532 w 1522532"/>
                    <a:gd name="connsiteY1-44" fmla="*/ 239244 h 239244"/>
                    <a:gd name="connsiteX2-45" fmla="*/ 111825 w 1522532"/>
                    <a:gd name="connsiteY2-46" fmla="*/ 201385 h 239244"/>
                    <a:gd name="connsiteX3-47" fmla="*/ 111825 w 1522532"/>
                    <a:gd name="connsiteY3-48" fmla="*/ 0 h 239244"/>
                    <a:gd name="connsiteX0-49" fmla="*/ 113938 w 1524645"/>
                    <a:gd name="connsiteY0-50" fmla="*/ 2068 h 241312"/>
                    <a:gd name="connsiteX1-51" fmla="*/ 1524645 w 1524645"/>
                    <a:gd name="connsiteY1-52" fmla="*/ 241312 h 241312"/>
                    <a:gd name="connsiteX2-53" fmla="*/ 113938 w 1524645"/>
                    <a:gd name="connsiteY2-54" fmla="*/ 203453 h 241312"/>
                    <a:gd name="connsiteX3-55" fmla="*/ 113938 w 1524645"/>
                    <a:gd name="connsiteY3-56" fmla="*/ 2068 h 241312"/>
                    <a:gd name="connsiteX0-57" fmla="*/ 135757 w 1546464"/>
                    <a:gd name="connsiteY0-58" fmla="*/ 2350 h 241594"/>
                    <a:gd name="connsiteX1-59" fmla="*/ 1546464 w 1546464"/>
                    <a:gd name="connsiteY1-60" fmla="*/ 241594 h 241594"/>
                    <a:gd name="connsiteX2-61" fmla="*/ 135757 w 1546464"/>
                    <a:gd name="connsiteY2-62" fmla="*/ 203735 h 241594"/>
                    <a:gd name="connsiteX3-63" fmla="*/ 135757 w 1546464"/>
                    <a:gd name="connsiteY3-64" fmla="*/ 2350 h 241594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</a:cxnLst>
                  <a:rect l="l" t="t" r="r" b="b"/>
                  <a:pathLst>
                    <a:path w="1546464" h="241594">
                      <a:moveTo>
                        <a:pt x="135757" y="2350"/>
                      </a:moveTo>
                      <a:lnTo>
                        <a:pt x="1546464" y="241594"/>
                      </a:lnTo>
                      <a:lnTo>
                        <a:pt x="135757" y="203735"/>
                      </a:lnTo>
                      <a:cubicBezTo>
                        <a:pt x="-58519" y="175938"/>
                        <a:pt x="-31482" y="-23775"/>
                        <a:pt x="135757" y="2350"/>
                      </a:cubicBezTo>
                      <a:close/>
                    </a:path>
                  </a:pathLst>
                </a:custGeom>
                <a:solidFill>
                  <a:schemeClr val="tx1">
                    <a:lumMod val="65000"/>
                    <a:lumOff val="35000"/>
                  </a:schemeClr>
                </a:solidFill>
                <a:ln w="412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74" name="椭圆 73"/>
                <p:cNvSpPr/>
                <p:nvPr/>
              </p:nvSpPr>
              <p:spPr>
                <a:xfrm>
                  <a:off x="1103201" y="-380578"/>
                  <a:ext cx="1152128" cy="1152128"/>
                </a:xfrm>
                <a:prstGeom prst="ellipse">
                  <a:avLst/>
                </a:prstGeom>
                <a:solidFill>
                  <a:schemeClr val="bg1">
                    <a:lumMod val="95000"/>
                  </a:schemeClr>
                </a:solidFill>
                <a:ln w="28575">
                  <a:solidFill>
                    <a:schemeClr val="accent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</p:grpSp>
        </p:grp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grpSp>
          <p:nvGrpSpPr>
            <p:cNvPr id="77" name="组合 76"/>
            <p:cNvGrpSpPr/>
            <p:nvPr/>
          </p:nvGrpSpPr>
          <p:grpSpPr>
            <a:xfrm>
              <a:off x="6139113" y="3534247"/>
              <a:ext cx="592624" cy="718339"/>
              <a:chOff x="6139113" y="3534247"/>
              <a:chExt cx="592624" cy="718339"/>
            </a:xfrm>
          </p:grpSpPr>
          <p:grpSp>
            <p:nvGrpSpPr>
              <p:cNvPr id="79" name="组合 78"/>
              <p:cNvGrpSpPr/>
              <p:nvPr/>
            </p:nvGrpSpPr>
            <p:grpSpPr>
              <a:xfrm>
                <a:off x="6139113" y="3566690"/>
                <a:ext cx="592624" cy="685896"/>
                <a:chOff x="-3334488" y="1889538"/>
                <a:chExt cx="4289663" cy="4964820"/>
              </a:xfrm>
            </p:grpSpPr>
            <p:sp>
              <p:nvSpPr>
                <p:cNvPr id="81" name="任意多边形 80"/>
                <p:cNvSpPr/>
                <p:nvPr/>
              </p:nvSpPr>
              <p:spPr>
                <a:xfrm>
                  <a:off x="-3334488" y="1889538"/>
                  <a:ext cx="4289663" cy="4964820"/>
                </a:xfrm>
                <a:custGeom>
                  <a:avLst/>
                  <a:gdLst>
                    <a:gd name="connsiteX0" fmla="*/ 238125 w 507206"/>
                    <a:gd name="connsiteY0" fmla="*/ 409575 h 409575"/>
                    <a:gd name="connsiteX1" fmla="*/ 488156 w 507206"/>
                    <a:gd name="connsiteY1" fmla="*/ 309562 h 409575"/>
                    <a:gd name="connsiteX2" fmla="*/ 507206 w 507206"/>
                    <a:gd name="connsiteY2" fmla="*/ 204787 h 409575"/>
                    <a:gd name="connsiteX3" fmla="*/ 33338 w 507206"/>
                    <a:gd name="connsiteY3" fmla="*/ 0 h 409575"/>
                    <a:gd name="connsiteX4" fmla="*/ 0 w 507206"/>
                    <a:gd name="connsiteY4" fmla="*/ 161925 h 409575"/>
                    <a:gd name="connsiteX5" fmla="*/ 14288 w 507206"/>
                    <a:gd name="connsiteY5" fmla="*/ 192881 h 409575"/>
                    <a:gd name="connsiteX6" fmla="*/ 38100 w 507206"/>
                    <a:gd name="connsiteY6" fmla="*/ 230981 h 409575"/>
                    <a:gd name="connsiteX7" fmla="*/ 180975 w 507206"/>
                    <a:gd name="connsiteY7" fmla="*/ 295275 h 409575"/>
                    <a:gd name="connsiteX8" fmla="*/ 238125 w 507206"/>
                    <a:gd name="connsiteY8" fmla="*/ 409575 h 409575"/>
                    <a:gd name="connsiteX0-1" fmla="*/ 238125 w 617421"/>
                    <a:gd name="connsiteY0-2" fmla="*/ 589466 h 589466"/>
                    <a:gd name="connsiteX1-3" fmla="*/ 488156 w 617421"/>
                    <a:gd name="connsiteY1-4" fmla="*/ 489453 h 589466"/>
                    <a:gd name="connsiteX2-5" fmla="*/ 507206 w 617421"/>
                    <a:gd name="connsiteY2-6" fmla="*/ 384678 h 589466"/>
                    <a:gd name="connsiteX3-7" fmla="*/ 33338 w 617421"/>
                    <a:gd name="connsiteY3-8" fmla="*/ 179891 h 589466"/>
                    <a:gd name="connsiteX4-9" fmla="*/ 0 w 617421"/>
                    <a:gd name="connsiteY4-10" fmla="*/ 341816 h 589466"/>
                    <a:gd name="connsiteX5-11" fmla="*/ 14288 w 617421"/>
                    <a:gd name="connsiteY5-12" fmla="*/ 372772 h 589466"/>
                    <a:gd name="connsiteX6-13" fmla="*/ 38100 w 617421"/>
                    <a:gd name="connsiteY6-14" fmla="*/ 410872 h 589466"/>
                    <a:gd name="connsiteX7-15" fmla="*/ 180975 w 617421"/>
                    <a:gd name="connsiteY7-16" fmla="*/ 475166 h 589466"/>
                    <a:gd name="connsiteX8-17" fmla="*/ 238125 w 617421"/>
                    <a:gd name="connsiteY8-18" fmla="*/ 589466 h 589466"/>
                    <a:gd name="connsiteX0-19" fmla="*/ 238125 w 588535"/>
                    <a:gd name="connsiteY0-20" fmla="*/ 760418 h 760418"/>
                    <a:gd name="connsiteX1-21" fmla="*/ 488156 w 588535"/>
                    <a:gd name="connsiteY1-22" fmla="*/ 660405 h 760418"/>
                    <a:gd name="connsiteX2-23" fmla="*/ 507206 w 588535"/>
                    <a:gd name="connsiteY2-24" fmla="*/ 555630 h 760418"/>
                    <a:gd name="connsiteX3-25" fmla="*/ 33338 w 588535"/>
                    <a:gd name="connsiteY3-26" fmla="*/ 350843 h 760418"/>
                    <a:gd name="connsiteX4-27" fmla="*/ 0 w 588535"/>
                    <a:gd name="connsiteY4-28" fmla="*/ 512768 h 760418"/>
                    <a:gd name="connsiteX5-29" fmla="*/ 14288 w 588535"/>
                    <a:gd name="connsiteY5-30" fmla="*/ 543724 h 760418"/>
                    <a:gd name="connsiteX6-31" fmla="*/ 38100 w 588535"/>
                    <a:gd name="connsiteY6-32" fmla="*/ 581824 h 760418"/>
                    <a:gd name="connsiteX7-33" fmla="*/ 180975 w 588535"/>
                    <a:gd name="connsiteY7-34" fmla="*/ 646118 h 760418"/>
                    <a:gd name="connsiteX8-35" fmla="*/ 238125 w 588535"/>
                    <a:gd name="connsiteY8-36" fmla="*/ 760418 h 760418"/>
                    <a:gd name="connsiteX0-37" fmla="*/ 238125 w 622832"/>
                    <a:gd name="connsiteY0-38" fmla="*/ 716305 h 716305"/>
                    <a:gd name="connsiteX1-39" fmla="*/ 488156 w 622832"/>
                    <a:gd name="connsiteY1-40" fmla="*/ 616292 h 716305"/>
                    <a:gd name="connsiteX2-41" fmla="*/ 507206 w 622832"/>
                    <a:gd name="connsiteY2-42" fmla="*/ 511517 h 716305"/>
                    <a:gd name="connsiteX3-43" fmla="*/ 33338 w 622832"/>
                    <a:gd name="connsiteY3-44" fmla="*/ 306730 h 716305"/>
                    <a:gd name="connsiteX4-45" fmla="*/ 0 w 622832"/>
                    <a:gd name="connsiteY4-46" fmla="*/ 468655 h 716305"/>
                    <a:gd name="connsiteX5-47" fmla="*/ 14288 w 622832"/>
                    <a:gd name="connsiteY5-48" fmla="*/ 499611 h 716305"/>
                    <a:gd name="connsiteX6-49" fmla="*/ 38100 w 622832"/>
                    <a:gd name="connsiteY6-50" fmla="*/ 537711 h 716305"/>
                    <a:gd name="connsiteX7-51" fmla="*/ 180975 w 622832"/>
                    <a:gd name="connsiteY7-52" fmla="*/ 602005 h 716305"/>
                    <a:gd name="connsiteX8-53" fmla="*/ 238125 w 622832"/>
                    <a:gd name="connsiteY8-54" fmla="*/ 716305 h 716305"/>
                    <a:gd name="connsiteX0-55" fmla="*/ 238125 w 624991"/>
                    <a:gd name="connsiteY0-56" fmla="*/ 745653 h 745653"/>
                    <a:gd name="connsiteX1-57" fmla="*/ 488156 w 624991"/>
                    <a:gd name="connsiteY1-58" fmla="*/ 645640 h 745653"/>
                    <a:gd name="connsiteX2-59" fmla="*/ 507206 w 624991"/>
                    <a:gd name="connsiteY2-60" fmla="*/ 540865 h 745653"/>
                    <a:gd name="connsiteX3-61" fmla="*/ 33338 w 624991"/>
                    <a:gd name="connsiteY3-62" fmla="*/ 336078 h 745653"/>
                    <a:gd name="connsiteX4-63" fmla="*/ 0 w 624991"/>
                    <a:gd name="connsiteY4-64" fmla="*/ 498003 h 745653"/>
                    <a:gd name="connsiteX5-65" fmla="*/ 14288 w 624991"/>
                    <a:gd name="connsiteY5-66" fmla="*/ 528959 h 745653"/>
                    <a:gd name="connsiteX6-67" fmla="*/ 38100 w 624991"/>
                    <a:gd name="connsiteY6-68" fmla="*/ 567059 h 745653"/>
                    <a:gd name="connsiteX7-69" fmla="*/ 180975 w 624991"/>
                    <a:gd name="connsiteY7-70" fmla="*/ 631353 h 745653"/>
                    <a:gd name="connsiteX8-71" fmla="*/ 238125 w 624991"/>
                    <a:gd name="connsiteY8-72" fmla="*/ 745653 h 745653"/>
                    <a:gd name="connsiteX0-73" fmla="*/ 241206 w 628072"/>
                    <a:gd name="connsiteY0-74" fmla="*/ 745653 h 745653"/>
                    <a:gd name="connsiteX1-75" fmla="*/ 491237 w 628072"/>
                    <a:gd name="connsiteY1-76" fmla="*/ 645640 h 745653"/>
                    <a:gd name="connsiteX2-77" fmla="*/ 510287 w 628072"/>
                    <a:gd name="connsiteY2-78" fmla="*/ 540865 h 745653"/>
                    <a:gd name="connsiteX3-79" fmla="*/ 36419 w 628072"/>
                    <a:gd name="connsiteY3-80" fmla="*/ 336078 h 745653"/>
                    <a:gd name="connsiteX4-81" fmla="*/ 3081 w 628072"/>
                    <a:gd name="connsiteY4-82" fmla="*/ 498003 h 745653"/>
                    <a:gd name="connsiteX5-83" fmla="*/ 17369 w 628072"/>
                    <a:gd name="connsiteY5-84" fmla="*/ 528959 h 745653"/>
                    <a:gd name="connsiteX6-85" fmla="*/ 41181 w 628072"/>
                    <a:gd name="connsiteY6-86" fmla="*/ 567059 h 745653"/>
                    <a:gd name="connsiteX7-87" fmla="*/ 184056 w 628072"/>
                    <a:gd name="connsiteY7-88" fmla="*/ 631353 h 745653"/>
                    <a:gd name="connsiteX8-89" fmla="*/ 241206 w 628072"/>
                    <a:gd name="connsiteY8-90" fmla="*/ 745653 h 745653"/>
                    <a:gd name="connsiteX0-91" fmla="*/ 275016 w 661882"/>
                    <a:gd name="connsiteY0-92" fmla="*/ 745653 h 745653"/>
                    <a:gd name="connsiteX1-93" fmla="*/ 525047 w 661882"/>
                    <a:gd name="connsiteY1-94" fmla="*/ 645640 h 745653"/>
                    <a:gd name="connsiteX2-95" fmla="*/ 544097 w 661882"/>
                    <a:gd name="connsiteY2-96" fmla="*/ 540865 h 745653"/>
                    <a:gd name="connsiteX3-97" fmla="*/ 70229 w 661882"/>
                    <a:gd name="connsiteY3-98" fmla="*/ 336078 h 745653"/>
                    <a:gd name="connsiteX4-99" fmla="*/ 36891 w 661882"/>
                    <a:gd name="connsiteY4-100" fmla="*/ 498003 h 745653"/>
                    <a:gd name="connsiteX5-101" fmla="*/ 51179 w 661882"/>
                    <a:gd name="connsiteY5-102" fmla="*/ 528959 h 745653"/>
                    <a:gd name="connsiteX6-103" fmla="*/ 74991 w 661882"/>
                    <a:gd name="connsiteY6-104" fmla="*/ 567059 h 745653"/>
                    <a:gd name="connsiteX7-105" fmla="*/ 217866 w 661882"/>
                    <a:gd name="connsiteY7-106" fmla="*/ 631353 h 745653"/>
                    <a:gd name="connsiteX8-107" fmla="*/ 275016 w 661882"/>
                    <a:gd name="connsiteY8-108" fmla="*/ 745653 h 745653"/>
                    <a:gd name="connsiteX0-109" fmla="*/ 263695 w 650561"/>
                    <a:gd name="connsiteY0-110" fmla="*/ 745653 h 745653"/>
                    <a:gd name="connsiteX1-111" fmla="*/ 513726 w 650561"/>
                    <a:gd name="connsiteY1-112" fmla="*/ 645640 h 745653"/>
                    <a:gd name="connsiteX2-113" fmla="*/ 532776 w 650561"/>
                    <a:gd name="connsiteY2-114" fmla="*/ 540865 h 745653"/>
                    <a:gd name="connsiteX3-115" fmla="*/ 58908 w 650561"/>
                    <a:gd name="connsiteY3-116" fmla="*/ 336078 h 745653"/>
                    <a:gd name="connsiteX4-117" fmla="*/ 25570 w 650561"/>
                    <a:gd name="connsiteY4-118" fmla="*/ 498003 h 745653"/>
                    <a:gd name="connsiteX5-119" fmla="*/ 39858 w 650561"/>
                    <a:gd name="connsiteY5-120" fmla="*/ 528959 h 745653"/>
                    <a:gd name="connsiteX6-121" fmla="*/ 63670 w 650561"/>
                    <a:gd name="connsiteY6-122" fmla="*/ 567059 h 745653"/>
                    <a:gd name="connsiteX7-123" fmla="*/ 206545 w 650561"/>
                    <a:gd name="connsiteY7-124" fmla="*/ 631353 h 745653"/>
                    <a:gd name="connsiteX8-125" fmla="*/ 263695 w 650561"/>
                    <a:gd name="connsiteY8-126" fmla="*/ 745653 h 745653"/>
                    <a:gd name="connsiteX0-127" fmla="*/ 270904 w 657770"/>
                    <a:gd name="connsiteY0-128" fmla="*/ 745653 h 745653"/>
                    <a:gd name="connsiteX1-129" fmla="*/ 520935 w 657770"/>
                    <a:gd name="connsiteY1-130" fmla="*/ 645640 h 745653"/>
                    <a:gd name="connsiteX2-131" fmla="*/ 539985 w 657770"/>
                    <a:gd name="connsiteY2-132" fmla="*/ 540865 h 745653"/>
                    <a:gd name="connsiteX3-133" fmla="*/ 66117 w 657770"/>
                    <a:gd name="connsiteY3-134" fmla="*/ 336078 h 745653"/>
                    <a:gd name="connsiteX4-135" fmla="*/ 32779 w 657770"/>
                    <a:gd name="connsiteY4-136" fmla="*/ 498003 h 745653"/>
                    <a:gd name="connsiteX5-137" fmla="*/ 47067 w 657770"/>
                    <a:gd name="connsiteY5-138" fmla="*/ 528959 h 745653"/>
                    <a:gd name="connsiteX6-139" fmla="*/ 70879 w 657770"/>
                    <a:gd name="connsiteY6-140" fmla="*/ 567059 h 745653"/>
                    <a:gd name="connsiteX7-141" fmla="*/ 213754 w 657770"/>
                    <a:gd name="connsiteY7-142" fmla="*/ 631353 h 745653"/>
                    <a:gd name="connsiteX8-143" fmla="*/ 270904 w 657770"/>
                    <a:gd name="connsiteY8-144" fmla="*/ 745653 h 745653"/>
                    <a:gd name="connsiteX0-145" fmla="*/ 267967 w 654833"/>
                    <a:gd name="connsiteY0-146" fmla="*/ 745653 h 745653"/>
                    <a:gd name="connsiteX1-147" fmla="*/ 517998 w 654833"/>
                    <a:gd name="connsiteY1-148" fmla="*/ 645640 h 745653"/>
                    <a:gd name="connsiteX2-149" fmla="*/ 537048 w 654833"/>
                    <a:gd name="connsiteY2-150" fmla="*/ 540865 h 745653"/>
                    <a:gd name="connsiteX3-151" fmla="*/ 63180 w 654833"/>
                    <a:gd name="connsiteY3-152" fmla="*/ 336078 h 745653"/>
                    <a:gd name="connsiteX4-153" fmla="*/ 29842 w 654833"/>
                    <a:gd name="connsiteY4-154" fmla="*/ 498003 h 745653"/>
                    <a:gd name="connsiteX5-155" fmla="*/ 44130 w 654833"/>
                    <a:gd name="connsiteY5-156" fmla="*/ 528959 h 745653"/>
                    <a:gd name="connsiteX6-157" fmla="*/ 67942 w 654833"/>
                    <a:gd name="connsiteY6-158" fmla="*/ 567059 h 745653"/>
                    <a:gd name="connsiteX7-159" fmla="*/ 210817 w 654833"/>
                    <a:gd name="connsiteY7-160" fmla="*/ 631353 h 745653"/>
                    <a:gd name="connsiteX8-161" fmla="*/ 267967 w 654833"/>
                    <a:gd name="connsiteY8-162" fmla="*/ 745653 h 745653"/>
                    <a:gd name="connsiteX0-163" fmla="*/ 277107 w 663973"/>
                    <a:gd name="connsiteY0-164" fmla="*/ 745653 h 745653"/>
                    <a:gd name="connsiteX1-165" fmla="*/ 527138 w 663973"/>
                    <a:gd name="connsiteY1-166" fmla="*/ 645640 h 745653"/>
                    <a:gd name="connsiteX2-167" fmla="*/ 546188 w 663973"/>
                    <a:gd name="connsiteY2-168" fmla="*/ 540865 h 745653"/>
                    <a:gd name="connsiteX3-169" fmla="*/ 72320 w 663973"/>
                    <a:gd name="connsiteY3-170" fmla="*/ 336078 h 745653"/>
                    <a:gd name="connsiteX4-171" fmla="*/ 38982 w 663973"/>
                    <a:gd name="connsiteY4-172" fmla="*/ 498003 h 745653"/>
                    <a:gd name="connsiteX5-173" fmla="*/ 53270 w 663973"/>
                    <a:gd name="connsiteY5-174" fmla="*/ 528959 h 745653"/>
                    <a:gd name="connsiteX6-175" fmla="*/ 77082 w 663973"/>
                    <a:gd name="connsiteY6-176" fmla="*/ 567059 h 745653"/>
                    <a:gd name="connsiteX7-177" fmla="*/ 219957 w 663973"/>
                    <a:gd name="connsiteY7-178" fmla="*/ 631353 h 745653"/>
                    <a:gd name="connsiteX8-179" fmla="*/ 277107 w 663973"/>
                    <a:gd name="connsiteY8-180" fmla="*/ 745653 h 745653"/>
                    <a:gd name="connsiteX0-181" fmla="*/ 270998 w 657864"/>
                    <a:gd name="connsiteY0-182" fmla="*/ 745653 h 745653"/>
                    <a:gd name="connsiteX1-183" fmla="*/ 521029 w 657864"/>
                    <a:gd name="connsiteY1-184" fmla="*/ 645640 h 745653"/>
                    <a:gd name="connsiteX2-185" fmla="*/ 540079 w 657864"/>
                    <a:gd name="connsiteY2-186" fmla="*/ 540865 h 745653"/>
                    <a:gd name="connsiteX3-187" fmla="*/ 66211 w 657864"/>
                    <a:gd name="connsiteY3-188" fmla="*/ 336078 h 745653"/>
                    <a:gd name="connsiteX4-189" fmla="*/ 32873 w 657864"/>
                    <a:gd name="connsiteY4-190" fmla="*/ 498003 h 745653"/>
                    <a:gd name="connsiteX5-191" fmla="*/ 47161 w 657864"/>
                    <a:gd name="connsiteY5-192" fmla="*/ 528959 h 745653"/>
                    <a:gd name="connsiteX6-193" fmla="*/ 70973 w 657864"/>
                    <a:gd name="connsiteY6-194" fmla="*/ 567059 h 745653"/>
                    <a:gd name="connsiteX7-195" fmla="*/ 213848 w 657864"/>
                    <a:gd name="connsiteY7-196" fmla="*/ 631353 h 745653"/>
                    <a:gd name="connsiteX8-197" fmla="*/ 270998 w 657864"/>
                    <a:gd name="connsiteY8-198" fmla="*/ 745653 h 745653"/>
                    <a:gd name="connsiteX0-199" fmla="*/ 272830 w 659696"/>
                    <a:gd name="connsiteY0-200" fmla="*/ 745653 h 745653"/>
                    <a:gd name="connsiteX1-201" fmla="*/ 522861 w 659696"/>
                    <a:gd name="connsiteY1-202" fmla="*/ 645640 h 745653"/>
                    <a:gd name="connsiteX2-203" fmla="*/ 541911 w 659696"/>
                    <a:gd name="connsiteY2-204" fmla="*/ 540865 h 745653"/>
                    <a:gd name="connsiteX3-205" fmla="*/ 68043 w 659696"/>
                    <a:gd name="connsiteY3-206" fmla="*/ 336078 h 745653"/>
                    <a:gd name="connsiteX4-207" fmla="*/ 34705 w 659696"/>
                    <a:gd name="connsiteY4-208" fmla="*/ 498003 h 745653"/>
                    <a:gd name="connsiteX5-209" fmla="*/ 48993 w 659696"/>
                    <a:gd name="connsiteY5-210" fmla="*/ 528959 h 745653"/>
                    <a:gd name="connsiteX6-211" fmla="*/ 72805 w 659696"/>
                    <a:gd name="connsiteY6-212" fmla="*/ 567059 h 745653"/>
                    <a:gd name="connsiteX7-213" fmla="*/ 215680 w 659696"/>
                    <a:gd name="connsiteY7-214" fmla="*/ 631353 h 745653"/>
                    <a:gd name="connsiteX8-215" fmla="*/ 272830 w 659696"/>
                    <a:gd name="connsiteY8-216" fmla="*/ 745653 h 745653"/>
                    <a:gd name="connsiteX0-217" fmla="*/ 272830 w 659696"/>
                    <a:gd name="connsiteY0-218" fmla="*/ 745653 h 745653"/>
                    <a:gd name="connsiteX1-219" fmla="*/ 522861 w 659696"/>
                    <a:gd name="connsiteY1-220" fmla="*/ 645640 h 745653"/>
                    <a:gd name="connsiteX2-221" fmla="*/ 541911 w 659696"/>
                    <a:gd name="connsiteY2-222" fmla="*/ 540865 h 745653"/>
                    <a:gd name="connsiteX3-223" fmla="*/ 68043 w 659696"/>
                    <a:gd name="connsiteY3-224" fmla="*/ 336078 h 745653"/>
                    <a:gd name="connsiteX4-225" fmla="*/ 34705 w 659696"/>
                    <a:gd name="connsiteY4-226" fmla="*/ 498003 h 745653"/>
                    <a:gd name="connsiteX5-227" fmla="*/ 48993 w 659696"/>
                    <a:gd name="connsiteY5-228" fmla="*/ 528959 h 745653"/>
                    <a:gd name="connsiteX6-229" fmla="*/ 72805 w 659696"/>
                    <a:gd name="connsiteY6-230" fmla="*/ 567059 h 745653"/>
                    <a:gd name="connsiteX7-231" fmla="*/ 215680 w 659696"/>
                    <a:gd name="connsiteY7-232" fmla="*/ 631353 h 745653"/>
                    <a:gd name="connsiteX8-233" fmla="*/ 272830 w 659696"/>
                    <a:gd name="connsiteY8-234" fmla="*/ 745653 h 745653"/>
                    <a:gd name="connsiteX0-235" fmla="*/ 272830 w 659696"/>
                    <a:gd name="connsiteY0-236" fmla="*/ 745653 h 745653"/>
                    <a:gd name="connsiteX1-237" fmla="*/ 522861 w 659696"/>
                    <a:gd name="connsiteY1-238" fmla="*/ 645640 h 745653"/>
                    <a:gd name="connsiteX2-239" fmla="*/ 541911 w 659696"/>
                    <a:gd name="connsiteY2-240" fmla="*/ 540865 h 745653"/>
                    <a:gd name="connsiteX3-241" fmla="*/ 68043 w 659696"/>
                    <a:gd name="connsiteY3-242" fmla="*/ 336078 h 745653"/>
                    <a:gd name="connsiteX4-243" fmla="*/ 34705 w 659696"/>
                    <a:gd name="connsiteY4-244" fmla="*/ 498003 h 745653"/>
                    <a:gd name="connsiteX5-245" fmla="*/ 48993 w 659696"/>
                    <a:gd name="connsiteY5-246" fmla="*/ 528959 h 745653"/>
                    <a:gd name="connsiteX6-247" fmla="*/ 72805 w 659696"/>
                    <a:gd name="connsiteY6-248" fmla="*/ 567059 h 745653"/>
                    <a:gd name="connsiteX7-249" fmla="*/ 215680 w 659696"/>
                    <a:gd name="connsiteY7-250" fmla="*/ 631353 h 745653"/>
                    <a:gd name="connsiteX8-251" fmla="*/ 272830 w 659696"/>
                    <a:gd name="connsiteY8-252" fmla="*/ 745653 h 745653"/>
                    <a:gd name="connsiteX0-253" fmla="*/ 272830 w 659696"/>
                    <a:gd name="connsiteY0-254" fmla="*/ 745653 h 745653"/>
                    <a:gd name="connsiteX1-255" fmla="*/ 522861 w 659696"/>
                    <a:gd name="connsiteY1-256" fmla="*/ 645640 h 745653"/>
                    <a:gd name="connsiteX2-257" fmla="*/ 541911 w 659696"/>
                    <a:gd name="connsiteY2-258" fmla="*/ 540865 h 745653"/>
                    <a:gd name="connsiteX3-259" fmla="*/ 68043 w 659696"/>
                    <a:gd name="connsiteY3-260" fmla="*/ 336078 h 745653"/>
                    <a:gd name="connsiteX4-261" fmla="*/ 34705 w 659696"/>
                    <a:gd name="connsiteY4-262" fmla="*/ 498003 h 745653"/>
                    <a:gd name="connsiteX5-263" fmla="*/ 48993 w 659696"/>
                    <a:gd name="connsiteY5-264" fmla="*/ 528959 h 745653"/>
                    <a:gd name="connsiteX6-265" fmla="*/ 72805 w 659696"/>
                    <a:gd name="connsiteY6-266" fmla="*/ 567059 h 745653"/>
                    <a:gd name="connsiteX7-267" fmla="*/ 215680 w 659696"/>
                    <a:gd name="connsiteY7-268" fmla="*/ 631353 h 745653"/>
                    <a:gd name="connsiteX8-269" fmla="*/ 272830 w 659696"/>
                    <a:gd name="connsiteY8-270" fmla="*/ 745653 h 745653"/>
                    <a:gd name="connsiteX0-271" fmla="*/ 272830 w 659696"/>
                    <a:gd name="connsiteY0-272" fmla="*/ 745653 h 745653"/>
                    <a:gd name="connsiteX1-273" fmla="*/ 522861 w 659696"/>
                    <a:gd name="connsiteY1-274" fmla="*/ 645640 h 745653"/>
                    <a:gd name="connsiteX2-275" fmla="*/ 541911 w 659696"/>
                    <a:gd name="connsiteY2-276" fmla="*/ 540865 h 745653"/>
                    <a:gd name="connsiteX3-277" fmla="*/ 68043 w 659696"/>
                    <a:gd name="connsiteY3-278" fmla="*/ 336078 h 745653"/>
                    <a:gd name="connsiteX4-279" fmla="*/ 34705 w 659696"/>
                    <a:gd name="connsiteY4-280" fmla="*/ 498003 h 745653"/>
                    <a:gd name="connsiteX5-281" fmla="*/ 48993 w 659696"/>
                    <a:gd name="connsiteY5-282" fmla="*/ 528959 h 745653"/>
                    <a:gd name="connsiteX6-283" fmla="*/ 72805 w 659696"/>
                    <a:gd name="connsiteY6-284" fmla="*/ 567059 h 745653"/>
                    <a:gd name="connsiteX7-285" fmla="*/ 215680 w 659696"/>
                    <a:gd name="connsiteY7-286" fmla="*/ 631353 h 745653"/>
                    <a:gd name="connsiteX8-287" fmla="*/ 272830 w 659696"/>
                    <a:gd name="connsiteY8-288" fmla="*/ 745653 h 745653"/>
                    <a:gd name="connsiteX0-289" fmla="*/ 272830 w 659696"/>
                    <a:gd name="connsiteY0-290" fmla="*/ 745653 h 745653"/>
                    <a:gd name="connsiteX1-291" fmla="*/ 522861 w 659696"/>
                    <a:gd name="connsiteY1-292" fmla="*/ 645640 h 745653"/>
                    <a:gd name="connsiteX2-293" fmla="*/ 541911 w 659696"/>
                    <a:gd name="connsiteY2-294" fmla="*/ 540865 h 745653"/>
                    <a:gd name="connsiteX3-295" fmla="*/ 68043 w 659696"/>
                    <a:gd name="connsiteY3-296" fmla="*/ 336078 h 745653"/>
                    <a:gd name="connsiteX4-297" fmla="*/ 34705 w 659696"/>
                    <a:gd name="connsiteY4-298" fmla="*/ 498003 h 745653"/>
                    <a:gd name="connsiteX5-299" fmla="*/ 48993 w 659696"/>
                    <a:gd name="connsiteY5-300" fmla="*/ 528959 h 745653"/>
                    <a:gd name="connsiteX6-301" fmla="*/ 72805 w 659696"/>
                    <a:gd name="connsiteY6-302" fmla="*/ 567059 h 745653"/>
                    <a:gd name="connsiteX7-303" fmla="*/ 215680 w 659696"/>
                    <a:gd name="connsiteY7-304" fmla="*/ 631353 h 745653"/>
                    <a:gd name="connsiteX8-305" fmla="*/ 272830 w 659696"/>
                    <a:gd name="connsiteY8-306" fmla="*/ 745653 h 745653"/>
                    <a:gd name="connsiteX0-307" fmla="*/ 272830 w 659696"/>
                    <a:gd name="connsiteY0-308" fmla="*/ 745653 h 745653"/>
                    <a:gd name="connsiteX1-309" fmla="*/ 522861 w 659696"/>
                    <a:gd name="connsiteY1-310" fmla="*/ 645640 h 745653"/>
                    <a:gd name="connsiteX2-311" fmla="*/ 541911 w 659696"/>
                    <a:gd name="connsiteY2-312" fmla="*/ 540865 h 745653"/>
                    <a:gd name="connsiteX3-313" fmla="*/ 68043 w 659696"/>
                    <a:gd name="connsiteY3-314" fmla="*/ 336078 h 745653"/>
                    <a:gd name="connsiteX4-315" fmla="*/ 34705 w 659696"/>
                    <a:gd name="connsiteY4-316" fmla="*/ 498003 h 745653"/>
                    <a:gd name="connsiteX5-317" fmla="*/ 48993 w 659696"/>
                    <a:gd name="connsiteY5-318" fmla="*/ 528959 h 745653"/>
                    <a:gd name="connsiteX6-319" fmla="*/ 72805 w 659696"/>
                    <a:gd name="connsiteY6-320" fmla="*/ 567059 h 745653"/>
                    <a:gd name="connsiteX7-321" fmla="*/ 215680 w 659696"/>
                    <a:gd name="connsiteY7-322" fmla="*/ 631353 h 745653"/>
                    <a:gd name="connsiteX8-323" fmla="*/ 272830 w 659696"/>
                    <a:gd name="connsiteY8-324" fmla="*/ 745653 h 745653"/>
                    <a:gd name="connsiteX0-325" fmla="*/ 272830 w 659696"/>
                    <a:gd name="connsiteY0-326" fmla="*/ 745653 h 745653"/>
                    <a:gd name="connsiteX1-327" fmla="*/ 522861 w 659696"/>
                    <a:gd name="connsiteY1-328" fmla="*/ 645640 h 745653"/>
                    <a:gd name="connsiteX2-329" fmla="*/ 541911 w 659696"/>
                    <a:gd name="connsiteY2-330" fmla="*/ 540865 h 745653"/>
                    <a:gd name="connsiteX3-331" fmla="*/ 68043 w 659696"/>
                    <a:gd name="connsiteY3-332" fmla="*/ 336078 h 745653"/>
                    <a:gd name="connsiteX4-333" fmla="*/ 34705 w 659696"/>
                    <a:gd name="connsiteY4-334" fmla="*/ 498003 h 745653"/>
                    <a:gd name="connsiteX5-335" fmla="*/ 53756 w 659696"/>
                    <a:gd name="connsiteY5-336" fmla="*/ 543247 h 745653"/>
                    <a:gd name="connsiteX6-337" fmla="*/ 72805 w 659696"/>
                    <a:gd name="connsiteY6-338" fmla="*/ 567059 h 745653"/>
                    <a:gd name="connsiteX7-339" fmla="*/ 215680 w 659696"/>
                    <a:gd name="connsiteY7-340" fmla="*/ 631353 h 745653"/>
                    <a:gd name="connsiteX8-341" fmla="*/ 272830 w 659696"/>
                    <a:gd name="connsiteY8-342" fmla="*/ 745653 h 745653"/>
                    <a:gd name="connsiteX0-343" fmla="*/ 272830 w 659696"/>
                    <a:gd name="connsiteY0-344" fmla="*/ 745653 h 745653"/>
                    <a:gd name="connsiteX1-345" fmla="*/ 522861 w 659696"/>
                    <a:gd name="connsiteY1-346" fmla="*/ 645640 h 745653"/>
                    <a:gd name="connsiteX2-347" fmla="*/ 541911 w 659696"/>
                    <a:gd name="connsiteY2-348" fmla="*/ 540865 h 745653"/>
                    <a:gd name="connsiteX3-349" fmla="*/ 68043 w 659696"/>
                    <a:gd name="connsiteY3-350" fmla="*/ 336078 h 745653"/>
                    <a:gd name="connsiteX4-351" fmla="*/ 34705 w 659696"/>
                    <a:gd name="connsiteY4-352" fmla="*/ 498003 h 745653"/>
                    <a:gd name="connsiteX5-353" fmla="*/ 47369 w 659696"/>
                    <a:gd name="connsiteY5-354" fmla="*/ 524079 h 745653"/>
                    <a:gd name="connsiteX6-355" fmla="*/ 53756 w 659696"/>
                    <a:gd name="connsiteY6-356" fmla="*/ 543247 h 745653"/>
                    <a:gd name="connsiteX7-357" fmla="*/ 72805 w 659696"/>
                    <a:gd name="connsiteY7-358" fmla="*/ 567059 h 745653"/>
                    <a:gd name="connsiteX8-359" fmla="*/ 215680 w 659696"/>
                    <a:gd name="connsiteY8-360" fmla="*/ 631353 h 745653"/>
                    <a:gd name="connsiteX9" fmla="*/ 272830 w 659696"/>
                    <a:gd name="connsiteY9" fmla="*/ 745653 h 745653"/>
                    <a:gd name="connsiteX0-361" fmla="*/ 272830 w 659696"/>
                    <a:gd name="connsiteY0-362" fmla="*/ 745653 h 745653"/>
                    <a:gd name="connsiteX1-363" fmla="*/ 522861 w 659696"/>
                    <a:gd name="connsiteY1-364" fmla="*/ 645640 h 745653"/>
                    <a:gd name="connsiteX2-365" fmla="*/ 541911 w 659696"/>
                    <a:gd name="connsiteY2-366" fmla="*/ 540865 h 745653"/>
                    <a:gd name="connsiteX3-367" fmla="*/ 68043 w 659696"/>
                    <a:gd name="connsiteY3-368" fmla="*/ 336078 h 745653"/>
                    <a:gd name="connsiteX4-369" fmla="*/ 34705 w 659696"/>
                    <a:gd name="connsiteY4-370" fmla="*/ 498003 h 745653"/>
                    <a:gd name="connsiteX5-371" fmla="*/ 47369 w 659696"/>
                    <a:gd name="connsiteY5-372" fmla="*/ 524079 h 745653"/>
                    <a:gd name="connsiteX6-373" fmla="*/ 57880 w 659696"/>
                    <a:gd name="connsiteY6-374" fmla="*/ 551495 h 745653"/>
                    <a:gd name="connsiteX7-375" fmla="*/ 72805 w 659696"/>
                    <a:gd name="connsiteY7-376" fmla="*/ 567059 h 745653"/>
                    <a:gd name="connsiteX8-377" fmla="*/ 215680 w 659696"/>
                    <a:gd name="connsiteY8-378" fmla="*/ 631353 h 745653"/>
                    <a:gd name="connsiteX9-379" fmla="*/ 272830 w 659696"/>
                    <a:gd name="connsiteY9-380" fmla="*/ 745653 h 745653"/>
                    <a:gd name="connsiteX0-381" fmla="*/ 272830 w 659696"/>
                    <a:gd name="connsiteY0-382" fmla="*/ 745653 h 745653"/>
                    <a:gd name="connsiteX1-383" fmla="*/ 522861 w 659696"/>
                    <a:gd name="connsiteY1-384" fmla="*/ 645640 h 745653"/>
                    <a:gd name="connsiteX2-385" fmla="*/ 541911 w 659696"/>
                    <a:gd name="connsiteY2-386" fmla="*/ 540865 h 745653"/>
                    <a:gd name="connsiteX3-387" fmla="*/ 68043 w 659696"/>
                    <a:gd name="connsiteY3-388" fmla="*/ 336078 h 745653"/>
                    <a:gd name="connsiteX4-389" fmla="*/ 34705 w 659696"/>
                    <a:gd name="connsiteY4-390" fmla="*/ 498003 h 745653"/>
                    <a:gd name="connsiteX5-391" fmla="*/ 47369 w 659696"/>
                    <a:gd name="connsiteY5-392" fmla="*/ 524079 h 745653"/>
                    <a:gd name="connsiteX6-393" fmla="*/ 70397 w 659696"/>
                    <a:gd name="connsiteY6-394" fmla="*/ 548634 h 745653"/>
                    <a:gd name="connsiteX7-395" fmla="*/ 72805 w 659696"/>
                    <a:gd name="connsiteY7-396" fmla="*/ 567059 h 745653"/>
                    <a:gd name="connsiteX8-397" fmla="*/ 215680 w 659696"/>
                    <a:gd name="connsiteY8-398" fmla="*/ 631353 h 745653"/>
                    <a:gd name="connsiteX9-399" fmla="*/ 272830 w 659696"/>
                    <a:gd name="connsiteY9-400" fmla="*/ 745653 h 745653"/>
                    <a:gd name="connsiteX0-401" fmla="*/ 272830 w 659696"/>
                    <a:gd name="connsiteY0-402" fmla="*/ 745653 h 745653"/>
                    <a:gd name="connsiteX1-403" fmla="*/ 522861 w 659696"/>
                    <a:gd name="connsiteY1-404" fmla="*/ 645640 h 745653"/>
                    <a:gd name="connsiteX2-405" fmla="*/ 541911 w 659696"/>
                    <a:gd name="connsiteY2-406" fmla="*/ 540865 h 745653"/>
                    <a:gd name="connsiteX3-407" fmla="*/ 68043 w 659696"/>
                    <a:gd name="connsiteY3-408" fmla="*/ 336078 h 745653"/>
                    <a:gd name="connsiteX4-409" fmla="*/ 34705 w 659696"/>
                    <a:gd name="connsiteY4-410" fmla="*/ 498003 h 745653"/>
                    <a:gd name="connsiteX5-411" fmla="*/ 70615 w 659696"/>
                    <a:gd name="connsiteY5-412" fmla="*/ 544464 h 745653"/>
                    <a:gd name="connsiteX6-413" fmla="*/ 70397 w 659696"/>
                    <a:gd name="connsiteY6-414" fmla="*/ 548634 h 745653"/>
                    <a:gd name="connsiteX7-415" fmla="*/ 72805 w 659696"/>
                    <a:gd name="connsiteY7-416" fmla="*/ 567059 h 745653"/>
                    <a:gd name="connsiteX8-417" fmla="*/ 215680 w 659696"/>
                    <a:gd name="connsiteY8-418" fmla="*/ 631353 h 745653"/>
                    <a:gd name="connsiteX9-419" fmla="*/ 272830 w 659696"/>
                    <a:gd name="connsiteY9-420" fmla="*/ 745653 h 745653"/>
                    <a:gd name="connsiteX0-421" fmla="*/ 272830 w 659696"/>
                    <a:gd name="connsiteY0-422" fmla="*/ 745653 h 745653"/>
                    <a:gd name="connsiteX1-423" fmla="*/ 522861 w 659696"/>
                    <a:gd name="connsiteY1-424" fmla="*/ 645640 h 745653"/>
                    <a:gd name="connsiteX2-425" fmla="*/ 541911 w 659696"/>
                    <a:gd name="connsiteY2-426" fmla="*/ 540865 h 745653"/>
                    <a:gd name="connsiteX3-427" fmla="*/ 68043 w 659696"/>
                    <a:gd name="connsiteY3-428" fmla="*/ 336078 h 745653"/>
                    <a:gd name="connsiteX4-429" fmla="*/ 34705 w 659696"/>
                    <a:gd name="connsiteY4-430" fmla="*/ 498003 h 745653"/>
                    <a:gd name="connsiteX5-431" fmla="*/ 70615 w 659696"/>
                    <a:gd name="connsiteY5-432" fmla="*/ 544464 h 745653"/>
                    <a:gd name="connsiteX6-433" fmla="*/ 70397 w 659696"/>
                    <a:gd name="connsiteY6-434" fmla="*/ 548634 h 745653"/>
                    <a:gd name="connsiteX7-435" fmla="*/ 72805 w 659696"/>
                    <a:gd name="connsiteY7-436" fmla="*/ 567059 h 745653"/>
                    <a:gd name="connsiteX8-437" fmla="*/ 215680 w 659696"/>
                    <a:gd name="connsiteY8-438" fmla="*/ 631353 h 745653"/>
                    <a:gd name="connsiteX9-439" fmla="*/ 272830 w 659696"/>
                    <a:gd name="connsiteY9-440" fmla="*/ 745653 h 745653"/>
                    <a:gd name="connsiteX0-441" fmla="*/ 272830 w 659696"/>
                    <a:gd name="connsiteY0-442" fmla="*/ 745653 h 745653"/>
                    <a:gd name="connsiteX1-443" fmla="*/ 522861 w 659696"/>
                    <a:gd name="connsiteY1-444" fmla="*/ 645640 h 745653"/>
                    <a:gd name="connsiteX2-445" fmla="*/ 541911 w 659696"/>
                    <a:gd name="connsiteY2-446" fmla="*/ 540865 h 745653"/>
                    <a:gd name="connsiteX3-447" fmla="*/ 68043 w 659696"/>
                    <a:gd name="connsiteY3-448" fmla="*/ 336078 h 745653"/>
                    <a:gd name="connsiteX4-449" fmla="*/ 34705 w 659696"/>
                    <a:gd name="connsiteY4-450" fmla="*/ 498003 h 745653"/>
                    <a:gd name="connsiteX5-451" fmla="*/ 70615 w 659696"/>
                    <a:gd name="connsiteY5-452" fmla="*/ 544464 h 745653"/>
                    <a:gd name="connsiteX6-453" fmla="*/ 71470 w 659696"/>
                    <a:gd name="connsiteY6-454" fmla="*/ 551495 h 745653"/>
                    <a:gd name="connsiteX7-455" fmla="*/ 72805 w 659696"/>
                    <a:gd name="connsiteY7-456" fmla="*/ 567059 h 745653"/>
                    <a:gd name="connsiteX8-457" fmla="*/ 215680 w 659696"/>
                    <a:gd name="connsiteY8-458" fmla="*/ 631353 h 745653"/>
                    <a:gd name="connsiteX9-459" fmla="*/ 272830 w 659696"/>
                    <a:gd name="connsiteY9-460" fmla="*/ 745653 h 745653"/>
                    <a:gd name="connsiteX0-461" fmla="*/ 272830 w 659696"/>
                    <a:gd name="connsiteY0-462" fmla="*/ 745653 h 745653"/>
                    <a:gd name="connsiteX1-463" fmla="*/ 522861 w 659696"/>
                    <a:gd name="connsiteY1-464" fmla="*/ 645640 h 745653"/>
                    <a:gd name="connsiteX2-465" fmla="*/ 541911 w 659696"/>
                    <a:gd name="connsiteY2-466" fmla="*/ 540865 h 745653"/>
                    <a:gd name="connsiteX3-467" fmla="*/ 68043 w 659696"/>
                    <a:gd name="connsiteY3-468" fmla="*/ 336078 h 745653"/>
                    <a:gd name="connsiteX4-469" fmla="*/ 34705 w 659696"/>
                    <a:gd name="connsiteY4-470" fmla="*/ 498003 h 745653"/>
                    <a:gd name="connsiteX5-471" fmla="*/ 70615 w 659696"/>
                    <a:gd name="connsiteY5-472" fmla="*/ 544464 h 745653"/>
                    <a:gd name="connsiteX6-473" fmla="*/ 71470 w 659696"/>
                    <a:gd name="connsiteY6-474" fmla="*/ 551495 h 745653"/>
                    <a:gd name="connsiteX7-475" fmla="*/ 72805 w 659696"/>
                    <a:gd name="connsiteY7-476" fmla="*/ 567059 h 745653"/>
                    <a:gd name="connsiteX8-477" fmla="*/ 215680 w 659696"/>
                    <a:gd name="connsiteY8-478" fmla="*/ 631353 h 745653"/>
                    <a:gd name="connsiteX9-479" fmla="*/ 272830 w 659696"/>
                    <a:gd name="connsiteY9-480" fmla="*/ 745653 h 745653"/>
                    <a:gd name="connsiteX0-481" fmla="*/ 272830 w 659696"/>
                    <a:gd name="connsiteY0-482" fmla="*/ 745653 h 745653"/>
                    <a:gd name="connsiteX1-483" fmla="*/ 522861 w 659696"/>
                    <a:gd name="connsiteY1-484" fmla="*/ 645640 h 745653"/>
                    <a:gd name="connsiteX2-485" fmla="*/ 541911 w 659696"/>
                    <a:gd name="connsiteY2-486" fmla="*/ 540865 h 745653"/>
                    <a:gd name="connsiteX3-487" fmla="*/ 68043 w 659696"/>
                    <a:gd name="connsiteY3-488" fmla="*/ 336078 h 745653"/>
                    <a:gd name="connsiteX4-489" fmla="*/ 34705 w 659696"/>
                    <a:gd name="connsiteY4-490" fmla="*/ 498003 h 745653"/>
                    <a:gd name="connsiteX5-491" fmla="*/ 70615 w 659696"/>
                    <a:gd name="connsiteY5-492" fmla="*/ 544464 h 745653"/>
                    <a:gd name="connsiteX6-493" fmla="*/ 81484 w 659696"/>
                    <a:gd name="connsiteY6-494" fmla="*/ 548634 h 745653"/>
                    <a:gd name="connsiteX7-495" fmla="*/ 72805 w 659696"/>
                    <a:gd name="connsiteY7-496" fmla="*/ 567059 h 745653"/>
                    <a:gd name="connsiteX8-497" fmla="*/ 215680 w 659696"/>
                    <a:gd name="connsiteY8-498" fmla="*/ 631353 h 745653"/>
                    <a:gd name="connsiteX9-499" fmla="*/ 272830 w 659696"/>
                    <a:gd name="connsiteY9-500" fmla="*/ 745653 h 745653"/>
                    <a:gd name="connsiteX0-501" fmla="*/ 272830 w 659696"/>
                    <a:gd name="connsiteY0-502" fmla="*/ 745653 h 745653"/>
                    <a:gd name="connsiteX1-503" fmla="*/ 522861 w 659696"/>
                    <a:gd name="connsiteY1-504" fmla="*/ 645640 h 745653"/>
                    <a:gd name="connsiteX2-505" fmla="*/ 541911 w 659696"/>
                    <a:gd name="connsiteY2-506" fmla="*/ 540865 h 745653"/>
                    <a:gd name="connsiteX3-507" fmla="*/ 68043 w 659696"/>
                    <a:gd name="connsiteY3-508" fmla="*/ 336078 h 745653"/>
                    <a:gd name="connsiteX4-509" fmla="*/ 34705 w 659696"/>
                    <a:gd name="connsiteY4-510" fmla="*/ 498003 h 745653"/>
                    <a:gd name="connsiteX5-511" fmla="*/ 81484 w 659696"/>
                    <a:gd name="connsiteY5-512" fmla="*/ 548634 h 745653"/>
                    <a:gd name="connsiteX6-513" fmla="*/ 72805 w 659696"/>
                    <a:gd name="connsiteY6-514" fmla="*/ 567059 h 745653"/>
                    <a:gd name="connsiteX7-515" fmla="*/ 215680 w 659696"/>
                    <a:gd name="connsiteY7-516" fmla="*/ 631353 h 745653"/>
                    <a:gd name="connsiteX8-517" fmla="*/ 272830 w 659696"/>
                    <a:gd name="connsiteY8-518" fmla="*/ 745653 h 745653"/>
                    <a:gd name="connsiteX0-519" fmla="*/ 272830 w 659696"/>
                    <a:gd name="connsiteY0-520" fmla="*/ 745653 h 745653"/>
                    <a:gd name="connsiteX1-521" fmla="*/ 522861 w 659696"/>
                    <a:gd name="connsiteY1-522" fmla="*/ 645640 h 745653"/>
                    <a:gd name="connsiteX2-523" fmla="*/ 541911 w 659696"/>
                    <a:gd name="connsiteY2-524" fmla="*/ 540865 h 745653"/>
                    <a:gd name="connsiteX3-525" fmla="*/ 68043 w 659696"/>
                    <a:gd name="connsiteY3-526" fmla="*/ 336078 h 745653"/>
                    <a:gd name="connsiteX4-527" fmla="*/ 34705 w 659696"/>
                    <a:gd name="connsiteY4-528" fmla="*/ 498003 h 745653"/>
                    <a:gd name="connsiteX5-529" fmla="*/ 81126 w 659696"/>
                    <a:gd name="connsiteY5-530" fmla="*/ 547919 h 745653"/>
                    <a:gd name="connsiteX6-531" fmla="*/ 72805 w 659696"/>
                    <a:gd name="connsiteY6-532" fmla="*/ 567059 h 745653"/>
                    <a:gd name="connsiteX7-533" fmla="*/ 215680 w 659696"/>
                    <a:gd name="connsiteY7-534" fmla="*/ 631353 h 745653"/>
                    <a:gd name="connsiteX8-535" fmla="*/ 272830 w 659696"/>
                    <a:gd name="connsiteY8-536" fmla="*/ 745653 h 745653"/>
                    <a:gd name="connsiteX0-537" fmla="*/ 272830 w 659696"/>
                    <a:gd name="connsiteY0-538" fmla="*/ 745653 h 745653"/>
                    <a:gd name="connsiteX1-539" fmla="*/ 522861 w 659696"/>
                    <a:gd name="connsiteY1-540" fmla="*/ 645640 h 745653"/>
                    <a:gd name="connsiteX2-541" fmla="*/ 541911 w 659696"/>
                    <a:gd name="connsiteY2-542" fmla="*/ 540865 h 745653"/>
                    <a:gd name="connsiteX3-543" fmla="*/ 68043 w 659696"/>
                    <a:gd name="connsiteY3-544" fmla="*/ 336078 h 745653"/>
                    <a:gd name="connsiteX4-545" fmla="*/ 34705 w 659696"/>
                    <a:gd name="connsiteY4-546" fmla="*/ 498003 h 745653"/>
                    <a:gd name="connsiteX5-547" fmla="*/ 81126 w 659696"/>
                    <a:gd name="connsiteY5-548" fmla="*/ 547919 h 745653"/>
                    <a:gd name="connsiteX6-549" fmla="*/ 72805 w 659696"/>
                    <a:gd name="connsiteY6-550" fmla="*/ 567059 h 745653"/>
                    <a:gd name="connsiteX7-551" fmla="*/ 215680 w 659696"/>
                    <a:gd name="connsiteY7-552" fmla="*/ 631353 h 745653"/>
                    <a:gd name="connsiteX8-553" fmla="*/ 272830 w 659696"/>
                    <a:gd name="connsiteY8-554" fmla="*/ 745653 h 745653"/>
                    <a:gd name="connsiteX0-555" fmla="*/ 272830 w 659696"/>
                    <a:gd name="connsiteY0-556" fmla="*/ 745653 h 745653"/>
                    <a:gd name="connsiteX1-557" fmla="*/ 522861 w 659696"/>
                    <a:gd name="connsiteY1-558" fmla="*/ 645640 h 745653"/>
                    <a:gd name="connsiteX2-559" fmla="*/ 541911 w 659696"/>
                    <a:gd name="connsiteY2-560" fmla="*/ 540865 h 745653"/>
                    <a:gd name="connsiteX3-561" fmla="*/ 68043 w 659696"/>
                    <a:gd name="connsiteY3-562" fmla="*/ 336078 h 745653"/>
                    <a:gd name="connsiteX4-563" fmla="*/ 34705 w 659696"/>
                    <a:gd name="connsiteY4-564" fmla="*/ 498003 h 745653"/>
                    <a:gd name="connsiteX5-565" fmla="*/ 86848 w 659696"/>
                    <a:gd name="connsiteY5-566" fmla="*/ 547919 h 745653"/>
                    <a:gd name="connsiteX6-567" fmla="*/ 72805 w 659696"/>
                    <a:gd name="connsiteY6-568" fmla="*/ 567059 h 745653"/>
                    <a:gd name="connsiteX7-569" fmla="*/ 215680 w 659696"/>
                    <a:gd name="connsiteY7-570" fmla="*/ 631353 h 745653"/>
                    <a:gd name="connsiteX8-571" fmla="*/ 272830 w 659696"/>
                    <a:gd name="connsiteY8-572" fmla="*/ 745653 h 745653"/>
                    <a:gd name="connsiteX0-573" fmla="*/ 272830 w 659696"/>
                    <a:gd name="connsiteY0-574" fmla="*/ 745653 h 745653"/>
                    <a:gd name="connsiteX1-575" fmla="*/ 522861 w 659696"/>
                    <a:gd name="connsiteY1-576" fmla="*/ 645640 h 745653"/>
                    <a:gd name="connsiteX2-577" fmla="*/ 541911 w 659696"/>
                    <a:gd name="connsiteY2-578" fmla="*/ 540865 h 745653"/>
                    <a:gd name="connsiteX3-579" fmla="*/ 68043 w 659696"/>
                    <a:gd name="connsiteY3-580" fmla="*/ 336078 h 745653"/>
                    <a:gd name="connsiteX4-581" fmla="*/ 34705 w 659696"/>
                    <a:gd name="connsiteY4-582" fmla="*/ 498003 h 745653"/>
                    <a:gd name="connsiteX5-583" fmla="*/ 86848 w 659696"/>
                    <a:gd name="connsiteY5-584" fmla="*/ 547919 h 745653"/>
                    <a:gd name="connsiteX6-585" fmla="*/ 72805 w 659696"/>
                    <a:gd name="connsiteY6-586" fmla="*/ 567059 h 745653"/>
                    <a:gd name="connsiteX7-587" fmla="*/ 215680 w 659696"/>
                    <a:gd name="connsiteY7-588" fmla="*/ 631353 h 745653"/>
                    <a:gd name="connsiteX8-589" fmla="*/ 272830 w 659696"/>
                    <a:gd name="connsiteY8-590" fmla="*/ 745653 h 745653"/>
                    <a:gd name="connsiteX0-591" fmla="*/ 272830 w 659696"/>
                    <a:gd name="connsiteY0-592" fmla="*/ 745653 h 745653"/>
                    <a:gd name="connsiteX1-593" fmla="*/ 522861 w 659696"/>
                    <a:gd name="connsiteY1-594" fmla="*/ 645640 h 745653"/>
                    <a:gd name="connsiteX2-595" fmla="*/ 541911 w 659696"/>
                    <a:gd name="connsiteY2-596" fmla="*/ 540865 h 745653"/>
                    <a:gd name="connsiteX3-597" fmla="*/ 68043 w 659696"/>
                    <a:gd name="connsiteY3-598" fmla="*/ 336078 h 745653"/>
                    <a:gd name="connsiteX4-599" fmla="*/ 34705 w 659696"/>
                    <a:gd name="connsiteY4-600" fmla="*/ 498003 h 745653"/>
                    <a:gd name="connsiteX5-601" fmla="*/ 86848 w 659696"/>
                    <a:gd name="connsiteY5-602" fmla="*/ 547919 h 745653"/>
                    <a:gd name="connsiteX6-603" fmla="*/ 72805 w 659696"/>
                    <a:gd name="connsiteY6-604" fmla="*/ 567059 h 745653"/>
                    <a:gd name="connsiteX7-605" fmla="*/ 215680 w 659696"/>
                    <a:gd name="connsiteY7-606" fmla="*/ 631353 h 745653"/>
                    <a:gd name="connsiteX8-607" fmla="*/ 272830 w 659696"/>
                    <a:gd name="connsiteY8-608" fmla="*/ 745653 h 745653"/>
                    <a:gd name="connsiteX0-609" fmla="*/ 272830 w 659696"/>
                    <a:gd name="connsiteY0-610" fmla="*/ 745653 h 745653"/>
                    <a:gd name="connsiteX1-611" fmla="*/ 522861 w 659696"/>
                    <a:gd name="connsiteY1-612" fmla="*/ 645640 h 745653"/>
                    <a:gd name="connsiteX2-613" fmla="*/ 541911 w 659696"/>
                    <a:gd name="connsiteY2-614" fmla="*/ 540865 h 745653"/>
                    <a:gd name="connsiteX3-615" fmla="*/ 68043 w 659696"/>
                    <a:gd name="connsiteY3-616" fmla="*/ 336078 h 745653"/>
                    <a:gd name="connsiteX4-617" fmla="*/ 34705 w 659696"/>
                    <a:gd name="connsiteY4-618" fmla="*/ 498003 h 745653"/>
                    <a:gd name="connsiteX5-619" fmla="*/ 82199 w 659696"/>
                    <a:gd name="connsiteY5-620" fmla="*/ 548992 h 745653"/>
                    <a:gd name="connsiteX6-621" fmla="*/ 72805 w 659696"/>
                    <a:gd name="connsiteY6-622" fmla="*/ 567059 h 745653"/>
                    <a:gd name="connsiteX7-623" fmla="*/ 215680 w 659696"/>
                    <a:gd name="connsiteY7-624" fmla="*/ 631353 h 745653"/>
                    <a:gd name="connsiteX8-625" fmla="*/ 272830 w 659696"/>
                    <a:gd name="connsiteY8-626" fmla="*/ 745653 h 745653"/>
                    <a:gd name="connsiteX0-627" fmla="*/ 272830 w 659696"/>
                    <a:gd name="connsiteY0-628" fmla="*/ 745653 h 745653"/>
                    <a:gd name="connsiteX1-629" fmla="*/ 522861 w 659696"/>
                    <a:gd name="connsiteY1-630" fmla="*/ 645640 h 745653"/>
                    <a:gd name="connsiteX2-631" fmla="*/ 541911 w 659696"/>
                    <a:gd name="connsiteY2-632" fmla="*/ 540865 h 745653"/>
                    <a:gd name="connsiteX3-633" fmla="*/ 68043 w 659696"/>
                    <a:gd name="connsiteY3-634" fmla="*/ 336078 h 745653"/>
                    <a:gd name="connsiteX4-635" fmla="*/ 34705 w 659696"/>
                    <a:gd name="connsiteY4-636" fmla="*/ 498003 h 745653"/>
                    <a:gd name="connsiteX5-637" fmla="*/ 63888 w 659696"/>
                    <a:gd name="connsiteY5-638" fmla="*/ 547975 h 745653"/>
                    <a:gd name="connsiteX6-639" fmla="*/ 72805 w 659696"/>
                    <a:gd name="connsiteY6-640" fmla="*/ 567059 h 745653"/>
                    <a:gd name="connsiteX7-641" fmla="*/ 215680 w 659696"/>
                    <a:gd name="connsiteY7-642" fmla="*/ 631353 h 745653"/>
                    <a:gd name="connsiteX8-643" fmla="*/ 272830 w 659696"/>
                    <a:gd name="connsiteY8-644" fmla="*/ 745653 h 745653"/>
                    <a:gd name="connsiteX0-645" fmla="*/ 257387 w 644253"/>
                    <a:gd name="connsiteY0-646" fmla="*/ 745653 h 745653"/>
                    <a:gd name="connsiteX1-647" fmla="*/ 507418 w 644253"/>
                    <a:gd name="connsiteY1-648" fmla="*/ 645640 h 745653"/>
                    <a:gd name="connsiteX2-649" fmla="*/ 526468 w 644253"/>
                    <a:gd name="connsiteY2-650" fmla="*/ 540865 h 745653"/>
                    <a:gd name="connsiteX3-651" fmla="*/ 52600 w 644253"/>
                    <a:gd name="connsiteY3-652" fmla="*/ 336078 h 745653"/>
                    <a:gd name="connsiteX4-653" fmla="*/ 38590 w 644253"/>
                    <a:gd name="connsiteY4-654" fmla="*/ 500037 h 745653"/>
                    <a:gd name="connsiteX5-655" fmla="*/ 48445 w 644253"/>
                    <a:gd name="connsiteY5-656" fmla="*/ 547975 h 745653"/>
                    <a:gd name="connsiteX6-657" fmla="*/ 57362 w 644253"/>
                    <a:gd name="connsiteY6-658" fmla="*/ 567059 h 745653"/>
                    <a:gd name="connsiteX7-659" fmla="*/ 200237 w 644253"/>
                    <a:gd name="connsiteY7-660" fmla="*/ 631353 h 745653"/>
                    <a:gd name="connsiteX8-661" fmla="*/ 257387 w 644253"/>
                    <a:gd name="connsiteY8-662" fmla="*/ 745653 h 745653"/>
                    <a:gd name="connsiteX0-663" fmla="*/ 257387 w 644253"/>
                    <a:gd name="connsiteY0-664" fmla="*/ 745653 h 745653"/>
                    <a:gd name="connsiteX1-665" fmla="*/ 507418 w 644253"/>
                    <a:gd name="connsiteY1-666" fmla="*/ 645640 h 745653"/>
                    <a:gd name="connsiteX2-667" fmla="*/ 526468 w 644253"/>
                    <a:gd name="connsiteY2-668" fmla="*/ 540865 h 745653"/>
                    <a:gd name="connsiteX3-669" fmla="*/ 52600 w 644253"/>
                    <a:gd name="connsiteY3-670" fmla="*/ 336078 h 745653"/>
                    <a:gd name="connsiteX4-671" fmla="*/ 38590 w 644253"/>
                    <a:gd name="connsiteY4-672" fmla="*/ 500037 h 745653"/>
                    <a:gd name="connsiteX5-673" fmla="*/ 48445 w 644253"/>
                    <a:gd name="connsiteY5-674" fmla="*/ 547975 h 745653"/>
                    <a:gd name="connsiteX6-675" fmla="*/ 57362 w 644253"/>
                    <a:gd name="connsiteY6-676" fmla="*/ 567059 h 745653"/>
                    <a:gd name="connsiteX7-677" fmla="*/ 200237 w 644253"/>
                    <a:gd name="connsiteY7-678" fmla="*/ 631353 h 745653"/>
                    <a:gd name="connsiteX8-679" fmla="*/ 257387 w 644253"/>
                    <a:gd name="connsiteY8-680" fmla="*/ 745653 h 745653"/>
                  </a:gdLst>
                  <a:ahLst/>
                  <a:cxnLst>
                    <a:cxn ang="0">
                      <a:pos x="connsiteX0-1" y="connsiteY0-2"/>
                    </a:cxn>
                    <a:cxn ang="0">
                      <a:pos x="connsiteX1-3" y="connsiteY1-4"/>
                    </a:cxn>
                    <a:cxn ang="0">
                      <a:pos x="connsiteX2-5" y="connsiteY2-6"/>
                    </a:cxn>
                    <a:cxn ang="0">
                      <a:pos x="connsiteX3-7" y="connsiteY3-8"/>
                    </a:cxn>
                    <a:cxn ang="0">
                      <a:pos x="connsiteX4-9" y="connsiteY4-10"/>
                    </a:cxn>
                    <a:cxn ang="0">
                      <a:pos x="connsiteX5-11" y="connsiteY5-12"/>
                    </a:cxn>
                    <a:cxn ang="0">
                      <a:pos x="connsiteX6-13" y="connsiteY6-14"/>
                    </a:cxn>
                    <a:cxn ang="0">
                      <a:pos x="connsiteX7-15" y="connsiteY7-16"/>
                    </a:cxn>
                    <a:cxn ang="0">
                      <a:pos x="connsiteX8-17" y="connsiteY8-18"/>
                    </a:cxn>
                  </a:cxnLst>
                  <a:rect l="l" t="t" r="r" b="b"/>
                  <a:pathLst>
                    <a:path w="644253" h="745653">
                      <a:moveTo>
                        <a:pt x="257387" y="745653"/>
                      </a:moveTo>
                      <a:cubicBezTo>
                        <a:pt x="314538" y="698027"/>
                        <a:pt x="388355" y="631353"/>
                        <a:pt x="507418" y="645640"/>
                      </a:cubicBezTo>
                      <a:lnTo>
                        <a:pt x="526468" y="540865"/>
                      </a:lnTo>
                      <a:cubicBezTo>
                        <a:pt x="1001925" y="-101277"/>
                        <a:pt x="-127581" y="-174305"/>
                        <a:pt x="52600" y="336078"/>
                      </a:cubicBezTo>
                      <a:cubicBezTo>
                        <a:pt x="51013" y="409103"/>
                        <a:pt x="-55074" y="496068"/>
                        <a:pt x="38590" y="500037"/>
                      </a:cubicBezTo>
                      <a:cubicBezTo>
                        <a:pt x="40830" y="535463"/>
                        <a:pt x="25286" y="549341"/>
                        <a:pt x="48445" y="547975"/>
                      </a:cubicBezTo>
                      <a:cubicBezTo>
                        <a:pt x="37070" y="549588"/>
                        <a:pt x="33113" y="561974"/>
                        <a:pt x="57362" y="567059"/>
                      </a:cubicBezTo>
                      <a:cubicBezTo>
                        <a:pt x="28787" y="712315"/>
                        <a:pt x="152612" y="609922"/>
                        <a:pt x="200237" y="631353"/>
                      </a:cubicBezTo>
                      <a:cubicBezTo>
                        <a:pt x="235956" y="650403"/>
                        <a:pt x="262149" y="674216"/>
                        <a:pt x="257387" y="745653"/>
                      </a:cubicBezTo>
                      <a:close/>
                    </a:path>
                  </a:pathLst>
                </a:custGeom>
                <a:solidFill>
                  <a:schemeClr val="bg1"/>
                </a:solidFill>
                <a:ln>
                  <a:solidFill>
                    <a:schemeClr val="accent1"/>
                  </a:solidFill>
                </a:ln>
                <a:effectLst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zh-CN" altLang="en-US"/>
                </a:p>
              </p:txBody>
            </p:sp>
            <p:sp>
              <p:nvSpPr>
                <p:cNvPr id="82" name="Gear"/>
                <p:cNvSpPr>
                  <a:spLocks noEditPoints="1" noChangeArrowheads="1"/>
                </p:cNvSpPr>
                <p:nvPr/>
              </p:nvSpPr>
              <p:spPr bwMode="auto">
                <a:xfrm>
                  <a:off x="-540813" y="2932323"/>
                  <a:ext cx="1081626" cy="948572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3" name="AutoShape 4"/>
                <p:cNvSpPr>
                  <a:spLocks noEditPoints="1" noChangeArrowheads="1"/>
                </p:cNvSpPr>
                <p:nvPr/>
              </p:nvSpPr>
              <p:spPr bwMode="auto">
                <a:xfrm>
                  <a:off x="-2455527" y="3454643"/>
                  <a:ext cx="1293425" cy="1134123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  <p:sp>
              <p:nvSpPr>
                <p:cNvPr id="84" name="AutoShape 5"/>
                <p:cNvSpPr>
                  <a:spLocks noEditPoints="1" noChangeArrowheads="1"/>
                </p:cNvSpPr>
                <p:nvPr/>
              </p:nvSpPr>
              <p:spPr bwMode="auto">
                <a:xfrm>
                  <a:off x="-1808814" y="2479198"/>
                  <a:ext cx="1437340" cy="1259935"/>
                </a:xfrm>
                <a:custGeom>
                  <a:avLst/>
                  <a:gdLst>
                    <a:gd name="T0" fmla="*/ 10800 w 21600"/>
                    <a:gd name="T1" fmla="*/ 0 h 21600"/>
                    <a:gd name="T2" fmla="*/ 21600 w 21600"/>
                    <a:gd name="T3" fmla="*/ 10800 h 21600"/>
                    <a:gd name="T4" fmla="*/ 10800 w 21600"/>
                    <a:gd name="T5" fmla="*/ 21600 h 21600"/>
                    <a:gd name="T6" fmla="*/ 0 w 21600"/>
                    <a:gd name="T7" fmla="*/ 10800 h 21600"/>
                    <a:gd name="T8" fmla="*/ 4374 w 21600"/>
                    <a:gd name="T9" fmla="*/ 3964 h 21600"/>
                    <a:gd name="T10" fmla="*/ 17841 w 21600"/>
                    <a:gd name="T11" fmla="*/ 17635 h 21600"/>
                  </a:gdLst>
                  <a:ahLst/>
                  <a:cxnLst>
                    <a:cxn ang="0">
                      <a:pos x="T0" y="T1"/>
                    </a:cxn>
                    <a:cxn ang="0">
                      <a:pos x="T2" y="T3"/>
                    </a:cxn>
                    <a:cxn ang="0">
                      <a:pos x="T4" y="T5"/>
                    </a:cxn>
                    <a:cxn ang="0">
                      <a:pos x="T6" y="T7"/>
                    </a:cxn>
                  </a:cxnLst>
                  <a:rect l="T8" t="T9" r="T10" b="T11"/>
                  <a:pathLst>
                    <a:path w="21600" h="21600">
                      <a:moveTo>
                        <a:pt x="9689" y="1725"/>
                      </a:moveTo>
                      <a:lnTo>
                        <a:pt x="10304" y="85"/>
                      </a:lnTo>
                      <a:lnTo>
                        <a:pt x="11637" y="85"/>
                      </a:lnTo>
                      <a:lnTo>
                        <a:pt x="12303" y="1777"/>
                      </a:lnTo>
                      <a:lnTo>
                        <a:pt x="13072" y="1931"/>
                      </a:lnTo>
                      <a:lnTo>
                        <a:pt x="14303" y="598"/>
                      </a:lnTo>
                      <a:lnTo>
                        <a:pt x="15533" y="1110"/>
                      </a:lnTo>
                      <a:lnTo>
                        <a:pt x="15584" y="2905"/>
                      </a:lnTo>
                      <a:lnTo>
                        <a:pt x="16405" y="3520"/>
                      </a:lnTo>
                      <a:lnTo>
                        <a:pt x="17891" y="2751"/>
                      </a:lnTo>
                      <a:lnTo>
                        <a:pt x="18917" y="3674"/>
                      </a:lnTo>
                      <a:lnTo>
                        <a:pt x="18199" y="5314"/>
                      </a:lnTo>
                      <a:lnTo>
                        <a:pt x="18763" y="6083"/>
                      </a:lnTo>
                      <a:lnTo>
                        <a:pt x="20403" y="6032"/>
                      </a:lnTo>
                      <a:lnTo>
                        <a:pt x="20865" y="7211"/>
                      </a:lnTo>
                      <a:lnTo>
                        <a:pt x="19737" y="8185"/>
                      </a:lnTo>
                      <a:lnTo>
                        <a:pt x="20096" y="9723"/>
                      </a:lnTo>
                      <a:lnTo>
                        <a:pt x="21634" y="10287"/>
                      </a:lnTo>
                      <a:lnTo>
                        <a:pt x="21582" y="11620"/>
                      </a:lnTo>
                      <a:lnTo>
                        <a:pt x="20147" y="12184"/>
                      </a:lnTo>
                      <a:lnTo>
                        <a:pt x="19942" y="13158"/>
                      </a:lnTo>
                      <a:lnTo>
                        <a:pt x="21070" y="14234"/>
                      </a:lnTo>
                      <a:lnTo>
                        <a:pt x="20608" y="15362"/>
                      </a:lnTo>
                      <a:lnTo>
                        <a:pt x="19019" y="15465"/>
                      </a:lnTo>
                      <a:lnTo>
                        <a:pt x="18404" y="16439"/>
                      </a:lnTo>
                      <a:lnTo>
                        <a:pt x="19122" y="17925"/>
                      </a:lnTo>
                      <a:lnTo>
                        <a:pt x="18096" y="18797"/>
                      </a:lnTo>
                      <a:lnTo>
                        <a:pt x="16763" y="18284"/>
                      </a:lnTo>
                      <a:lnTo>
                        <a:pt x="15431" y="19002"/>
                      </a:lnTo>
                      <a:lnTo>
                        <a:pt x="15277" y="20848"/>
                      </a:lnTo>
                      <a:lnTo>
                        <a:pt x="14149" y="21155"/>
                      </a:lnTo>
                      <a:lnTo>
                        <a:pt x="13021" y="19925"/>
                      </a:lnTo>
                      <a:lnTo>
                        <a:pt x="12252" y="20181"/>
                      </a:lnTo>
                      <a:lnTo>
                        <a:pt x="11739" y="21668"/>
                      </a:lnTo>
                      <a:lnTo>
                        <a:pt x="10201" y="21668"/>
                      </a:lnTo>
                      <a:lnTo>
                        <a:pt x="9740" y="20130"/>
                      </a:lnTo>
                      <a:lnTo>
                        <a:pt x="8253" y="19771"/>
                      </a:lnTo>
                      <a:lnTo>
                        <a:pt x="7125" y="21001"/>
                      </a:lnTo>
                      <a:lnTo>
                        <a:pt x="5895" y="20489"/>
                      </a:lnTo>
                      <a:lnTo>
                        <a:pt x="5946" y="18592"/>
                      </a:lnTo>
                      <a:lnTo>
                        <a:pt x="5177" y="18131"/>
                      </a:lnTo>
                      <a:lnTo>
                        <a:pt x="3383" y="18848"/>
                      </a:lnTo>
                      <a:lnTo>
                        <a:pt x="2614" y="17874"/>
                      </a:lnTo>
                      <a:lnTo>
                        <a:pt x="3383" y="16182"/>
                      </a:lnTo>
                      <a:lnTo>
                        <a:pt x="2922" y="15465"/>
                      </a:lnTo>
                      <a:lnTo>
                        <a:pt x="922" y="15516"/>
                      </a:lnTo>
                      <a:lnTo>
                        <a:pt x="512" y="14234"/>
                      </a:lnTo>
                      <a:lnTo>
                        <a:pt x="1948" y="12901"/>
                      </a:lnTo>
                      <a:lnTo>
                        <a:pt x="1896" y="12184"/>
                      </a:lnTo>
                      <a:lnTo>
                        <a:pt x="0" y="11415"/>
                      </a:lnTo>
                      <a:lnTo>
                        <a:pt x="51" y="10031"/>
                      </a:lnTo>
                      <a:lnTo>
                        <a:pt x="1948" y="9313"/>
                      </a:lnTo>
                      <a:lnTo>
                        <a:pt x="2101" y="8595"/>
                      </a:lnTo>
                      <a:lnTo>
                        <a:pt x="615" y="7160"/>
                      </a:lnTo>
                      <a:lnTo>
                        <a:pt x="1127" y="5878"/>
                      </a:lnTo>
                      <a:lnTo>
                        <a:pt x="3178" y="5981"/>
                      </a:lnTo>
                      <a:lnTo>
                        <a:pt x="3588" y="5417"/>
                      </a:lnTo>
                      <a:lnTo>
                        <a:pt x="2819" y="3520"/>
                      </a:lnTo>
                      <a:lnTo>
                        <a:pt x="3742" y="2597"/>
                      </a:lnTo>
                      <a:lnTo>
                        <a:pt x="5536" y="3417"/>
                      </a:lnTo>
                      <a:lnTo>
                        <a:pt x="6049" y="3058"/>
                      </a:lnTo>
                      <a:lnTo>
                        <a:pt x="6100" y="1264"/>
                      </a:lnTo>
                      <a:lnTo>
                        <a:pt x="7228" y="700"/>
                      </a:lnTo>
                      <a:lnTo>
                        <a:pt x="8510" y="2033"/>
                      </a:lnTo>
                      <a:lnTo>
                        <a:pt x="9689" y="1725"/>
                      </a:lnTo>
                      <a:close/>
                      <a:moveTo>
                        <a:pt x="10817" y="14422"/>
                      </a:moveTo>
                      <a:lnTo>
                        <a:pt x="11175" y="14388"/>
                      </a:lnTo>
                      <a:lnTo>
                        <a:pt x="11534" y="14354"/>
                      </a:lnTo>
                      <a:lnTo>
                        <a:pt x="11893" y="14268"/>
                      </a:lnTo>
                      <a:lnTo>
                        <a:pt x="12218" y="14166"/>
                      </a:lnTo>
                      <a:lnTo>
                        <a:pt x="12508" y="13995"/>
                      </a:lnTo>
                      <a:lnTo>
                        <a:pt x="12816" y="13807"/>
                      </a:lnTo>
                      <a:lnTo>
                        <a:pt x="13106" y="13602"/>
                      </a:lnTo>
                      <a:lnTo>
                        <a:pt x="13329" y="13380"/>
                      </a:lnTo>
                      <a:lnTo>
                        <a:pt x="13568" y="13106"/>
                      </a:lnTo>
                      <a:lnTo>
                        <a:pt x="13790" y="12850"/>
                      </a:lnTo>
                      <a:lnTo>
                        <a:pt x="13961" y="12560"/>
                      </a:lnTo>
                      <a:lnTo>
                        <a:pt x="14115" y="12269"/>
                      </a:lnTo>
                      <a:lnTo>
                        <a:pt x="14217" y="11927"/>
                      </a:lnTo>
                      <a:lnTo>
                        <a:pt x="14320" y="11568"/>
                      </a:lnTo>
                      <a:lnTo>
                        <a:pt x="14388" y="11210"/>
                      </a:lnTo>
                      <a:lnTo>
                        <a:pt x="14388" y="10851"/>
                      </a:lnTo>
                      <a:lnTo>
                        <a:pt x="14388" y="10492"/>
                      </a:lnTo>
                      <a:lnTo>
                        <a:pt x="14320" y="10133"/>
                      </a:lnTo>
                      <a:lnTo>
                        <a:pt x="14217" y="9808"/>
                      </a:lnTo>
                      <a:lnTo>
                        <a:pt x="14115" y="9467"/>
                      </a:lnTo>
                      <a:lnTo>
                        <a:pt x="13961" y="9142"/>
                      </a:lnTo>
                      <a:lnTo>
                        <a:pt x="13790" y="8851"/>
                      </a:lnTo>
                      <a:lnTo>
                        <a:pt x="13568" y="8595"/>
                      </a:lnTo>
                      <a:lnTo>
                        <a:pt x="13329" y="8322"/>
                      </a:lnTo>
                      <a:lnTo>
                        <a:pt x="13106" y="8100"/>
                      </a:lnTo>
                      <a:lnTo>
                        <a:pt x="12816" y="7894"/>
                      </a:lnTo>
                      <a:lnTo>
                        <a:pt x="12508" y="7741"/>
                      </a:lnTo>
                      <a:lnTo>
                        <a:pt x="12218" y="7570"/>
                      </a:lnTo>
                      <a:lnTo>
                        <a:pt x="11893" y="7433"/>
                      </a:lnTo>
                      <a:lnTo>
                        <a:pt x="11534" y="7382"/>
                      </a:lnTo>
                      <a:lnTo>
                        <a:pt x="11175" y="7313"/>
                      </a:lnTo>
                      <a:lnTo>
                        <a:pt x="10817" y="7313"/>
                      </a:lnTo>
                      <a:lnTo>
                        <a:pt x="10441" y="7313"/>
                      </a:lnTo>
                      <a:lnTo>
                        <a:pt x="10082" y="7382"/>
                      </a:lnTo>
                      <a:lnTo>
                        <a:pt x="9757" y="7433"/>
                      </a:lnTo>
                      <a:lnTo>
                        <a:pt x="9432" y="7570"/>
                      </a:lnTo>
                      <a:lnTo>
                        <a:pt x="9142" y="7741"/>
                      </a:lnTo>
                      <a:lnTo>
                        <a:pt x="8834" y="7894"/>
                      </a:lnTo>
                      <a:lnTo>
                        <a:pt x="8544" y="8100"/>
                      </a:lnTo>
                      <a:lnTo>
                        <a:pt x="8287" y="8322"/>
                      </a:lnTo>
                      <a:lnTo>
                        <a:pt x="8048" y="8595"/>
                      </a:lnTo>
                      <a:lnTo>
                        <a:pt x="7860" y="8851"/>
                      </a:lnTo>
                      <a:lnTo>
                        <a:pt x="7689" y="9142"/>
                      </a:lnTo>
                      <a:lnTo>
                        <a:pt x="7536" y="9467"/>
                      </a:lnTo>
                      <a:lnTo>
                        <a:pt x="7399" y="9808"/>
                      </a:lnTo>
                      <a:lnTo>
                        <a:pt x="7331" y="10133"/>
                      </a:lnTo>
                      <a:lnTo>
                        <a:pt x="7262" y="10492"/>
                      </a:lnTo>
                      <a:lnTo>
                        <a:pt x="7262" y="10851"/>
                      </a:lnTo>
                      <a:lnTo>
                        <a:pt x="7262" y="11210"/>
                      </a:lnTo>
                      <a:lnTo>
                        <a:pt x="7331" y="11568"/>
                      </a:lnTo>
                      <a:lnTo>
                        <a:pt x="7399" y="11927"/>
                      </a:lnTo>
                      <a:lnTo>
                        <a:pt x="7536" y="12269"/>
                      </a:lnTo>
                      <a:lnTo>
                        <a:pt x="7689" y="12560"/>
                      </a:lnTo>
                      <a:lnTo>
                        <a:pt x="7860" y="12850"/>
                      </a:lnTo>
                      <a:lnTo>
                        <a:pt x="8048" y="13106"/>
                      </a:lnTo>
                      <a:lnTo>
                        <a:pt x="8287" y="13380"/>
                      </a:lnTo>
                      <a:lnTo>
                        <a:pt x="8544" y="13602"/>
                      </a:lnTo>
                      <a:lnTo>
                        <a:pt x="8834" y="13807"/>
                      </a:lnTo>
                      <a:lnTo>
                        <a:pt x="9142" y="13995"/>
                      </a:lnTo>
                      <a:lnTo>
                        <a:pt x="9432" y="14166"/>
                      </a:lnTo>
                      <a:lnTo>
                        <a:pt x="9757" y="14268"/>
                      </a:lnTo>
                      <a:lnTo>
                        <a:pt x="10082" y="14354"/>
                      </a:lnTo>
                      <a:lnTo>
                        <a:pt x="10441" y="14388"/>
                      </a:lnTo>
                      <a:lnTo>
                        <a:pt x="10817" y="14422"/>
                      </a:lnTo>
                      <a:close/>
                    </a:path>
                  </a:pathLst>
                </a:custGeom>
                <a:solidFill>
                  <a:schemeClr val="bg1">
                    <a:lumMod val="75000"/>
                  </a:schemeClr>
                </a:solidFill>
                <a:ln w="9525">
                  <a:solidFill>
                    <a:schemeClr val="accent1"/>
                  </a:solidFill>
                  <a:miter lim="800000"/>
                </a:ln>
                <a:effectLst/>
              </p:spPr>
              <p:txBody>
                <a:bodyPr vert="horz" wrap="square" lIns="91440" tIns="45720" rIns="91440" bIns="45720" numCol="1" anchor="t" anchorCtr="0" compatLnSpc="1">
                  <a:flatTx/>
                </a:bodyPr>
                <a:lstStyle/>
                <a:p>
                  <a:endParaRPr lang="zh-CN" altLang="en-US"/>
                </a:p>
              </p:txBody>
            </p:sp>
          </p:grpSp>
          <p:sp>
            <p:nvSpPr>
              <p:cNvPr id="80" name="十字星 79"/>
              <p:cNvSpPr/>
              <p:nvPr/>
            </p:nvSpPr>
            <p:spPr>
              <a:xfrm>
                <a:off x="6349887" y="3534247"/>
                <a:ext cx="249891" cy="333944"/>
              </a:xfrm>
              <a:prstGeom prst="star4">
                <a:avLst>
                  <a:gd name="adj" fmla="val 8935"/>
                </a:avLst>
              </a:prstGeom>
              <a:gradFill flip="none" rotWithShape="1">
                <a:gsLst>
                  <a:gs pos="15000">
                    <a:srgbClr val="DD6C33"/>
                  </a:gs>
                  <a:gs pos="100000">
                    <a:schemeClr val="bg1">
                      <a:lumMod val="75000"/>
                    </a:schemeClr>
                  </a:gs>
                </a:gsLst>
                <a:path path="shape">
                  <a:fillToRect l="50000" t="50000" r="50000" b="50000"/>
                </a:path>
                <a:tileRect/>
              </a:gradFill>
              <a:ln>
                <a:solidFill>
                  <a:schemeClr val="accent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360" y="1059815"/>
            <a:ext cx="1593850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36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度数</a:t>
            </a:r>
            <a:endParaRPr lang="zh-CN" altLang="en-US" sz="36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7745730" y="1851660"/>
            <a:ext cx="7924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朱龙雨</a:t>
            </a:r>
            <a:endParaRPr lang="zh-CN" altLang="en-US" sz="16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课前复习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课前复习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4530" y="1059180"/>
            <a:ext cx="15544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/>
              <a:t>填充的代码？</a:t>
            </a:r>
            <a:endParaRPr lang="zh-CN" altLang="en-US" sz="1800"/>
          </a:p>
        </p:txBody>
      </p:sp>
      <p:sp>
        <p:nvSpPr>
          <p:cNvPr id="8" name="文本框 7"/>
          <p:cNvSpPr txBox="1"/>
          <p:nvPr/>
        </p:nvSpPr>
        <p:spPr>
          <a:xfrm>
            <a:off x="684530" y="1601470"/>
            <a:ext cx="146367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t.beign_fill()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61670" y="2677160"/>
            <a:ext cx="4526280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8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先后的顺序，应该是哪个哪前，哪个在后。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684530" y="2143760"/>
            <a:ext cx="1256665" cy="36830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800">
                <a:latin typeface="微软雅黑" panose="020B0503020204020204" pitchFamily="34" charset="-122"/>
                <a:ea typeface="微软雅黑" panose="020B0503020204020204" pitchFamily="34" charset="-122"/>
              </a:rPr>
              <a:t>t.end_fill()</a:t>
            </a:r>
            <a:endParaRPr lang="en-US" altLang="zh-CN" sz="18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8947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度数</a:t>
            </a:r>
            <a:endParaRPr lang="zh-CN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圆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685800" y="1054735"/>
            <a:ext cx="262128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</a:rPr>
              <a:t>画圆的代码大家都很熟悉了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3404235" y="1054735"/>
            <a:ext cx="130238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</a:rPr>
              <a:t>t.circle(100)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685800" y="1601470"/>
            <a:ext cx="5621655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pPr algn="l"/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但其实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t.circle(100)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后面还是可以加一个参数的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  <a:sym typeface="+mn-ea"/>
              </a:rPr>
              <a:t>t.circle(100,x)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  <a:sym typeface="+mn-ea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685800" y="2148205"/>
            <a:ext cx="39433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这个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x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是一个数字，代表就是画圆的度数。</a:t>
            </a:r>
            <a:endParaRPr lang="zh-CN" altLang="en-US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11" name="图片 10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11325" y="2740025"/>
            <a:ext cx="1977390" cy="199199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3984625" y="3653790"/>
            <a:ext cx="36499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同学们，猜一猜，这个图案的</a:t>
            </a:r>
            <a:r>
              <a:rPr lang="en-US" altLang="zh-CN"/>
              <a:t>x</a:t>
            </a:r>
            <a:r>
              <a:rPr lang="zh-CN" altLang="en-US"/>
              <a:t>数字为多少？</a:t>
            </a:r>
            <a:endParaRPr lang="zh-CN" altLang="en-US"/>
          </a:p>
        </p:txBody>
      </p:sp>
      <p:sp>
        <p:nvSpPr>
          <p:cNvPr id="13" name="文本框 12"/>
          <p:cNvSpPr txBox="1"/>
          <p:nvPr/>
        </p:nvSpPr>
        <p:spPr>
          <a:xfrm>
            <a:off x="4068445" y="4271645"/>
            <a:ext cx="871855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180</a:t>
            </a:r>
            <a:r>
              <a:rPr lang="zh-CN" altLang="en-US" sz="2400" b="1">
                <a:solidFill>
                  <a:srgbClr val="FF0000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°</a:t>
            </a:r>
            <a:endParaRPr lang="zh-CN" altLang="en-US" sz="2400" b="1">
              <a:solidFill>
                <a:srgbClr val="FF0000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9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半圆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664845" y="1092200"/>
            <a:ext cx="7117080" cy="30670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/>
              <a:t>现在我们知道了，后面的参数，代表的是数字，那么我们来看看，几个常见的度数的圆。</a:t>
            </a:r>
            <a:endParaRPr lang="zh-CN" altLang="en-US"/>
          </a:p>
        </p:txBody>
      </p:sp>
      <p:pic>
        <p:nvPicPr>
          <p:cNvPr id="12" name="图片 1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97205" y="1927225"/>
            <a:ext cx="1216025" cy="1106805"/>
          </a:xfrm>
          <a:prstGeom prst="rect">
            <a:avLst/>
          </a:prstGeom>
        </p:spPr>
      </p:pic>
      <p:pic>
        <p:nvPicPr>
          <p:cNvPr id="13" name="图片 1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1215" y="1927225"/>
            <a:ext cx="1216025" cy="1106805"/>
          </a:xfrm>
          <a:prstGeom prst="rect">
            <a:avLst/>
          </a:prstGeom>
        </p:spPr>
      </p:pic>
      <p:pic>
        <p:nvPicPr>
          <p:cNvPr id="14" name="图片 1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13220" y="1927225"/>
            <a:ext cx="1216025" cy="1106805"/>
          </a:xfrm>
          <a:prstGeom prst="rect">
            <a:avLst/>
          </a:prstGeom>
        </p:spPr>
      </p:pic>
      <p:pic>
        <p:nvPicPr>
          <p:cNvPr id="15" name="图片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69210" y="1927225"/>
            <a:ext cx="1216025" cy="1106805"/>
          </a:xfrm>
          <a:prstGeom prst="rect">
            <a:avLst/>
          </a:prstGeom>
        </p:spPr>
      </p:pic>
      <p:sp>
        <p:nvSpPr>
          <p:cNvPr id="16" name="文本框 15"/>
          <p:cNvSpPr txBox="1"/>
          <p:nvPr/>
        </p:nvSpPr>
        <p:spPr>
          <a:xfrm>
            <a:off x="774065" y="3115945"/>
            <a:ext cx="6007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90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333875" y="2418080"/>
            <a:ext cx="47561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90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4333875" y="2418080"/>
            <a:ext cx="475615" cy="306705"/>
          </a:xfrm>
          <a:prstGeom prst="rect">
            <a:avLst/>
          </a:prstGeom>
          <a:noFill/>
        </p:spPr>
        <p:txBody>
          <a:bodyPr wrap="none" rtlCol="0" anchor="t">
            <a:spAutoFit/>
          </a:bodyPr>
          <a:p>
            <a:r>
              <a:rPr lang="en-US" altLang="zh-CN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90</a:t>
            </a:r>
            <a:r>
              <a:rPr lang="zh-CN" altLang="en-US" b="1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°</a:t>
            </a:r>
            <a:endParaRPr lang="zh-CN" altLang="en-US"/>
          </a:p>
        </p:txBody>
      </p:sp>
      <p:sp>
        <p:nvSpPr>
          <p:cNvPr id="20" name="文本框 19"/>
          <p:cNvSpPr txBox="1"/>
          <p:nvPr/>
        </p:nvSpPr>
        <p:spPr>
          <a:xfrm>
            <a:off x="2866390" y="3115945"/>
            <a:ext cx="757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180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958715" y="3115945"/>
            <a:ext cx="60071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45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7051040" y="3115945"/>
            <a:ext cx="757555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en-US" altLang="zh-CN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270</a:t>
            </a:r>
            <a:r>
              <a:rPr lang="zh-CN" altLang="en-US" sz="2000" b="1">
                <a:latin typeface="微软雅黑" panose="020B0503020204020204" pitchFamily="34" charset="-122"/>
                <a:ea typeface="微软雅黑" panose="020B0503020204020204" pitchFamily="34" charset="-122"/>
              </a:rPr>
              <a:t>°</a:t>
            </a:r>
            <a:endParaRPr lang="zh-CN" altLang="en-US" sz="2000" b="1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/>
        </p:nvSpPr>
        <p:spPr>
          <a:xfrm>
            <a:off x="4403567" y="3761789"/>
            <a:ext cx="432048" cy="357458"/>
          </a:xfrm>
          <a:prstGeom prst="rect">
            <a:avLst/>
          </a:prstGeom>
          <a:solidFill>
            <a:srgbClr val="0070C0"/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5555103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/>
          <p:cNvSpPr/>
          <p:nvPr/>
        </p:nvSpPr>
        <p:spPr>
          <a:xfrm>
            <a:off x="3166067" y="3761789"/>
            <a:ext cx="432048" cy="377793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4"/>
          <p:cNvSpPr/>
          <p:nvPr/>
        </p:nvSpPr>
        <p:spPr>
          <a:xfrm>
            <a:off x="5382" y="3818580"/>
            <a:ext cx="9144000" cy="1324920"/>
          </a:xfrm>
          <a:custGeom>
            <a:avLst/>
            <a:gdLst/>
            <a:ahLst/>
            <a:cxnLst/>
            <a:rect l="l" t="t" r="r" b="b"/>
            <a:pathLst>
              <a:path w="9144000" h="1489474">
                <a:moveTo>
                  <a:pt x="0" y="0"/>
                </a:moveTo>
                <a:lnTo>
                  <a:pt x="3210767" y="0"/>
                </a:lnTo>
                <a:cubicBezTo>
                  <a:pt x="3223431" y="94117"/>
                  <a:pt x="3287443" y="164136"/>
                  <a:pt x="3364004" y="164136"/>
                </a:cubicBezTo>
                <a:cubicBezTo>
                  <a:pt x="3440565" y="164136"/>
                  <a:pt x="3504578" y="94117"/>
                  <a:pt x="3517241" y="0"/>
                </a:cubicBezTo>
                <a:lnTo>
                  <a:pt x="4433668" y="0"/>
                </a:lnTo>
                <a:cubicBezTo>
                  <a:pt x="4446331" y="94117"/>
                  <a:pt x="4510344" y="164136"/>
                  <a:pt x="4586904" y="164136"/>
                </a:cubicBezTo>
                <a:cubicBezTo>
                  <a:pt x="4663465" y="164136"/>
                  <a:pt x="4727478" y="94117"/>
                  <a:pt x="4740141" y="0"/>
                </a:cubicBezTo>
                <a:lnTo>
                  <a:pt x="5655363" y="0"/>
                </a:lnTo>
                <a:cubicBezTo>
                  <a:pt x="5668026" y="94117"/>
                  <a:pt x="5732039" y="164136"/>
                  <a:pt x="5808599" y="164136"/>
                </a:cubicBezTo>
                <a:cubicBezTo>
                  <a:pt x="5885160" y="164136"/>
                  <a:pt x="5949173" y="94117"/>
                  <a:pt x="5961836" y="0"/>
                </a:cubicBezTo>
                <a:lnTo>
                  <a:pt x="9144000" y="0"/>
                </a:lnTo>
                <a:lnTo>
                  <a:pt x="9144000" y="1489474"/>
                </a:lnTo>
                <a:lnTo>
                  <a:pt x="0" y="1489474"/>
                </a:lnTo>
                <a:close/>
              </a:path>
            </a:pathLst>
          </a:custGeom>
          <a:solidFill>
            <a:srgbClr val="0070C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4" name="组合 13"/>
          <p:cNvGrpSpPr/>
          <p:nvPr/>
        </p:nvGrpSpPr>
        <p:grpSpPr>
          <a:xfrm>
            <a:off x="2195736" y="3499670"/>
            <a:ext cx="1196088" cy="1232320"/>
            <a:chOff x="2195736" y="3408895"/>
            <a:chExt cx="1196088" cy="1232320"/>
          </a:xfrm>
        </p:grpSpPr>
        <p:sp>
          <p:nvSpPr>
            <p:cNvPr id="17" name="椭圆 16"/>
            <p:cNvSpPr/>
            <p:nvPr/>
          </p:nvSpPr>
          <p:spPr>
            <a:xfrm>
              <a:off x="2274701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195736" y="4396105"/>
              <a:ext cx="1196088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34" name="组合 33"/>
          <p:cNvGrpSpPr/>
          <p:nvPr/>
        </p:nvGrpSpPr>
        <p:grpSpPr>
          <a:xfrm>
            <a:off x="3496518" y="3499670"/>
            <a:ext cx="1041582" cy="1232320"/>
            <a:chOff x="3496518" y="3408895"/>
            <a:chExt cx="1041582" cy="1232320"/>
          </a:xfrm>
        </p:grpSpPr>
        <p:sp>
          <p:nvSpPr>
            <p:cNvPr id="35" name="椭圆 34"/>
            <p:cNvSpPr/>
            <p:nvPr/>
          </p:nvSpPr>
          <p:spPr>
            <a:xfrm>
              <a:off x="3496518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7" name="TextBox 36"/>
            <p:cNvSpPr txBox="1"/>
            <p:nvPr/>
          </p:nvSpPr>
          <p:spPr>
            <a:xfrm>
              <a:off x="3524130" y="4396105"/>
              <a:ext cx="1013970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67" name="组合 66"/>
          <p:cNvGrpSpPr/>
          <p:nvPr/>
        </p:nvGrpSpPr>
        <p:grpSpPr>
          <a:xfrm>
            <a:off x="4718335" y="3499670"/>
            <a:ext cx="963053" cy="1232320"/>
            <a:chOff x="4718335" y="3408895"/>
            <a:chExt cx="963053" cy="1232320"/>
          </a:xfrm>
        </p:grpSpPr>
        <p:sp>
          <p:nvSpPr>
            <p:cNvPr id="70" name="椭圆 69"/>
            <p:cNvSpPr/>
            <p:nvPr/>
          </p:nvSpPr>
          <p:spPr>
            <a:xfrm>
              <a:off x="4718335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9" name="TextBox 68"/>
            <p:cNvSpPr txBox="1"/>
            <p:nvPr/>
          </p:nvSpPr>
          <p:spPr>
            <a:xfrm>
              <a:off x="4786119" y="4396105"/>
              <a:ext cx="827214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grpSp>
        <p:nvGrpSpPr>
          <p:cNvPr id="75" name="组合 74"/>
          <p:cNvGrpSpPr/>
          <p:nvPr/>
        </p:nvGrpSpPr>
        <p:grpSpPr>
          <a:xfrm>
            <a:off x="5940152" y="3499670"/>
            <a:ext cx="963053" cy="1232320"/>
            <a:chOff x="5940152" y="3408895"/>
            <a:chExt cx="963053" cy="1232320"/>
          </a:xfrm>
        </p:grpSpPr>
        <p:sp>
          <p:nvSpPr>
            <p:cNvPr id="76" name="椭圆 75"/>
            <p:cNvSpPr/>
            <p:nvPr/>
          </p:nvSpPr>
          <p:spPr>
            <a:xfrm>
              <a:off x="5940152" y="3408895"/>
              <a:ext cx="963053" cy="963053"/>
            </a:xfrm>
            <a:prstGeom prst="ellipse">
              <a:avLst/>
            </a:prstGeom>
            <a:solidFill>
              <a:schemeClr val="bg1"/>
            </a:solidFill>
            <a:ln w="53975">
              <a:solidFill>
                <a:schemeClr val="accent1"/>
              </a:solidFill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8" name="TextBox 77"/>
            <p:cNvSpPr txBox="1"/>
            <p:nvPr/>
          </p:nvSpPr>
          <p:spPr>
            <a:xfrm>
              <a:off x="6039855" y="4396105"/>
              <a:ext cx="836401" cy="245110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  <a:effectLst/>
          </p:spPr>
          <p:txBody>
            <a:bodyPr wrap="square" rtlCol="0">
              <a:spAutoFit/>
            </a:bodyPr>
            <a:lstStyle/>
            <a:p>
              <a:endParaRPr lang="zh-CN" altLang="en-US" sz="1000" dirty="0">
                <a:solidFill>
                  <a:schemeClr val="bg1">
                    <a:lumMod val="65000"/>
                  </a:schemeClr>
                </a:solidFill>
                <a:latin typeface="HandelGotDLig" pitchFamily="34" charset="0"/>
                <a:ea typeface="汉真广标" pitchFamily="49" charset="-122"/>
              </a:endParaRPr>
            </a:p>
          </p:txBody>
        </p:sp>
      </p:grpSp>
      <p:sp>
        <p:nvSpPr>
          <p:cNvPr id="86" name="标题 11"/>
          <p:cNvSpPr txBox="1"/>
          <p:nvPr/>
        </p:nvSpPr>
        <p:spPr>
          <a:xfrm>
            <a:off x="975459" y="1059582"/>
            <a:ext cx="3874957" cy="720725"/>
          </a:xfrm>
          <a:prstGeom prst="rect">
            <a:avLst/>
          </a:prstGeom>
        </p:spPr>
        <p:txBody>
          <a:bodyPr vert="horz" lIns="68571" tIns="34285" rIns="68571" bIns="34285" rtlCol="0" anchor="ctr">
            <a:normAutofit/>
          </a:bodyPr>
          <a:lstStyle>
            <a:lvl1pPr algn="ctr" defTabSz="685800" rtl="0" eaLnBrk="1" latinLnBrk="0" hangingPunct="1"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r>
              <a:rPr lang="zh-CN" altLang="en-US" sz="2800" b="1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  <a:sym typeface="+mn-ea"/>
              </a:rPr>
              <a:t>创作</a:t>
            </a:r>
            <a:endParaRPr lang="zh-CN" altLang="en-US" sz="2800" b="1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+mn-cs"/>
              <a:sym typeface="+mn-ea"/>
            </a:endParaRPr>
          </a:p>
        </p:txBody>
      </p:sp>
      <p:cxnSp>
        <p:nvCxnSpPr>
          <p:cNvPr id="91" name="直接连接符 90"/>
          <p:cNvCxnSpPr/>
          <p:nvPr/>
        </p:nvCxnSpPr>
        <p:spPr>
          <a:xfrm>
            <a:off x="975459" y="1779662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/>
        </p:nvSpPr>
        <p:spPr>
          <a:xfrm>
            <a:off x="2418715" y="343535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1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3640455" y="343598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2</a:t>
            </a:r>
            <a:endParaRPr lang="en-US" altLang="zh-CN" sz="6600">
              <a:solidFill>
                <a:srgbClr val="F5F5F5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4862195" y="3436620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0070C0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3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6083935" y="3437255"/>
            <a:ext cx="643255" cy="1106805"/>
          </a:xfrm>
          <a:prstGeom prst="rect">
            <a:avLst/>
          </a:prstGeom>
          <a:noFill/>
        </p:spPr>
        <p:txBody>
          <a:bodyPr wrap="none" rtlCol="0">
            <a:spAutoFit/>
            <a:scene3d>
              <a:camera prst="orthographicFront"/>
              <a:lightRig rig="threePt" dir="t"/>
            </a:scene3d>
          </a:bodyPr>
          <a:p>
            <a:r>
              <a:rPr lang="en-US" altLang="zh-CN" sz="6600">
                <a:solidFill>
                  <a:srgbClr val="F5F5F5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思源黑体 CN Normal" panose="020B0400000000000000" charset="-122"/>
                <a:ea typeface="思源黑体 CN Normal" panose="020B0400000000000000" charset="-122"/>
              </a:rPr>
              <a:t>4</a:t>
            </a:r>
            <a:endParaRPr lang="en-US" altLang="zh-CN" sz="6600">
              <a:solidFill>
                <a:srgbClr val="0070C0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思源黑体 CN Normal" panose="020B0400000000000000" charset="-122"/>
              <a:ea typeface="思源黑体 CN Normal" panose="020B04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0" advTm="11403"/>
    </mc:Choice>
    <mc:Fallback>
      <p:transition advTm="11403"/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配合填充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840095" y="462915"/>
            <a:ext cx="2406650" cy="33718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坐标的写法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(x</a:t>
            </a:r>
            <a:r>
              <a:rPr lang="zh-CN" altLang="en-US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,y</a:t>
            </a:r>
            <a:r>
              <a:rPr lang="zh-CN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坐标</a:t>
            </a:r>
            <a:r>
              <a:rPr lang="en-US" altLang="zh-CN" sz="1600">
                <a:latin typeface="微软雅黑" panose="020B0503020204020204" pitchFamily="34" charset="-122"/>
                <a:ea typeface="微软雅黑" panose="020B0503020204020204" pitchFamily="34" charset="-122"/>
                <a:cs typeface="微软雅黑" panose="020B0503020204020204" pitchFamily="34" charset="-122"/>
              </a:rPr>
              <a:t>)</a:t>
            </a:r>
            <a:endParaRPr lang="en-US" altLang="zh-CN" sz="1600">
              <a:latin typeface="微软雅黑" panose="020B0503020204020204" pitchFamily="34" charset="-122"/>
              <a:ea typeface="微软雅黑" panose="020B0503020204020204" pitchFamily="34" charset="-122"/>
              <a:cs typeface="微软雅黑" panose="020B0503020204020204" pitchFamily="34" charset="-122"/>
            </a:endParaRP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9455" y="1168400"/>
            <a:ext cx="1080135" cy="1062355"/>
          </a:xfrm>
          <a:prstGeom prst="rect">
            <a:avLst/>
          </a:prstGeom>
        </p:spPr>
      </p:pic>
      <p:pic>
        <p:nvPicPr>
          <p:cNvPr id="9" name="图片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2555" y="1168400"/>
            <a:ext cx="1092835" cy="1242695"/>
          </a:xfrm>
          <a:prstGeom prst="rect">
            <a:avLst/>
          </a:prstGeom>
        </p:spPr>
      </p:pic>
      <p:pic>
        <p:nvPicPr>
          <p:cNvPr id="10" name="图片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8355" y="1168400"/>
            <a:ext cx="1390650" cy="800100"/>
          </a:xfrm>
          <a:prstGeom prst="rect">
            <a:avLst/>
          </a:prstGeom>
        </p:spPr>
      </p:pic>
      <p:pic>
        <p:nvPicPr>
          <p:cNvPr id="11" name="图片 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871970" y="1168400"/>
            <a:ext cx="1264920" cy="1184275"/>
          </a:xfrm>
          <a:prstGeom prst="rect">
            <a:avLst/>
          </a:prstGeom>
        </p:spPr>
      </p:pic>
      <p:sp>
        <p:nvSpPr>
          <p:cNvPr id="12" name="文本框 11"/>
          <p:cNvSpPr txBox="1"/>
          <p:nvPr/>
        </p:nvSpPr>
        <p:spPr>
          <a:xfrm>
            <a:off x="2051685" y="2931795"/>
            <a:ext cx="5262880" cy="58356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1600"/>
              <a:t>可以看的出来，对于没有完成闭合的图案，海龟库的填充</a:t>
            </a:r>
            <a:endParaRPr lang="zh-CN" altLang="en-US" sz="1600"/>
          </a:p>
          <a:p>
            <a:r>
              <a:rPr lang="zh-CN" altLang="en-US" sz="1600"/>
              <a:t>是从开始的点连接到结束的点。然后填充里面的图案。</a:t>
            </a:r>
            <a:endParaRPr lang="zh-CN" altLang="en-US" sz="16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3568" y="339502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dirty="0">
                <a:sym typeface="+mn-ea"/>
              </a:rPr>
              <a:t>海龟先生的能力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3" name="图片 2" descr="太极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47645" y="1635125"/>
            <a:ext cx="3649345" cy="307784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6"/>
          <p:cNvSpPr txBox="1">
            <a:spLocks noChangeArrowheads="1"/>
          </p:cNvSpPr>
          <p:nvPr/>
        </p:nvSpPr>
        <p:spPr bwMode="auto">
          <a:xfrm>
            <a:off x="684203" y="338867"/>
            <a:ext cx="4176464" cy="460375"/>
          </a:xfrm>
          <a:prstGeom prst="rect">
            <a:avLst/>
          </a:prstGeom>
          <a:noFill/>
          <a:ln>
            <a:noFill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r>
              <a:rPr lang="zh-CN" sz="2400" b="1" kern="0" dirty="0">
                <a:solidFill>
                  <a:prstClr val="black"/>
                </a:solidFill>
                <a:latin typeface="微软雅黑" panose="020B0503020204020204" pitchFamily="34" charset="-122"/>
                <a:cs typeface="+mn-ea"/>
                <a:sym typeface="+mn-lt"/>
              </a:rPr>
              <a:t>创作太极</a:t>
            </a:r>
            <a:endParaRPr lang="zh-CN" sz="2400" b="1" kern="0" dirty="0">
              <a:solidFill>
                <a:prstClr val="black"/>
              </a:solidFill>
              <a:latin typeface="微软雅黑" panose="020B0503020204020204" pitchFamily="3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79512" y="478270"/>
            <a:ext cx="360040" cy="360040"/>
          </a:xfrm>
          <a:prstGeom prst="rect">
            <a:avLst/>
          </a:prstGeom>
          <a:noFill/>
          <a:ln w="9525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400"/>
            <a:endParaRPr lang="zh-CN" altLang="en-US" sz="1800">
              <a:solidFill>
                <a:prstClr val="white"/>
              </a:solidFill>
            </a:endParaRPr>
          </a:p>
        </p:txBody>
      </p:sp>
      <p:cxnSp>
        <p:nvCxnSpPr>
          <p:cNvPr id="6" name="直接连接符 5"/>
          <p:cNvCxnSpPr/>
          <p:nvPr/>
        </p:nvCxnSpPr>
        <p:spPr>
          <a:xfrm>
            <a:off x="683568" y="891318"/>
            <a:ext cx="7562970" cy="0"/>
          </a:xfrm>
          <a:prstGeom prst="line">
            <a:avLst/>
          </a:prstGeom>
          <a:ln w="15875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Oval 5"/>
          <p:cNvSpPr/>
          <p:nvPr/>
        </p:nvSpPr>
        <p:spPr>
          <a:xfrm>
            <a:off x="355293" y="618398"/>
            <a:ext cx="306303" cy="306303"/>
          </a:xfrm>
          <a:prstGeom prst="ellips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lIns="68580" tIns="34290" rIns="68580" bIns="34290" rtlCol="0" anchor="ctr"/>
          <a:lstStyle/>
          <a:p>
            <a:pPr algn="ctr"/>
            <a:endParaRPr lang="en-US" sz="1800">
              <a:solidFill>
                <a:prstClr val="white"/>
              </a:solidFill>
            </a:endParaRPr>
          </a:p>
        </p:txBody>
      </p:sp>
      <p:pic>
        <p:nvPicPr>
          <p:cNvPr id="101" name="图片 100"/>
          <p:cNvPicPr/>
          <p:nvPr/>
        </p:nvPicPr>
        <p:blipFill>
          <a:blip r:embed="rId1"/>
          <a:stretch>
            <a:fillRect/>
          </a:stretch>
        </p:blipFill>
        <p:spPr>
          <a:xfrm>
            <a:off x="755650" y="1008380"/>
            <a:ext cx="1027430" cy="1236345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2" name="文本框 11"/>
          <p:cNvSpPr txBox="1"/>
          <p:nvPr/>
        </p:nvSpPr>
        <p:spPr>
          <a:xfrm>
            <a:off x="6875780" y="1008380"/>
            <a:ext cx="1402080" cy="460375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400" b="1">
                <a:solidFill>
                  <a:srgbClr val="FF0000"/>
                </a:solidFill>
              </a:rPr>
              <a:t>想一想？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2604135" y="1008380"/>
            <a:ext cx="1198880" cy="398780"/>
          </a:xfrm>
          <a:prstGeom prst="rect">
            <a:avLst/>
          </a:prstGeom>
          <a:noFill/>
        </p:spPr>
        <p:txBody>
          <a:bodyPr wrap="none" rtlCol="0">
            <a:spAutoFit/>
          </a:bodyPr>
          <a:p>
            <a:r>
              <a:rPr lang="zh-CN" altLang="en-US" sz="2000"/>
              <a:t>目标图案</a:t>
            </a:r>
            <a:endParaRPr lang="zh-CN" altLang="en-US" sz="20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04210" y="1707515"/>
            <a:ext cx="2905125" cy="238125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ags/tag1.xml><?xml version="1.0" encoding="utf-8"?>
<p:tagLst xmlns:p="http://schemas.openxmlformats.org/presentationml/2006/main">
  <p:tag name="ISPRING_RESOURCE_PATHS_HASH_PRESENTER" val="76ce7ccbcda6cf12636bdb4ab607c4c83d474"/>
</p:tagLst>
</file>

<file path=ppt/theme/theme1.xml><?xml version="1.0" encoding="utf-8"?>
<a:theme xmlns:a="http://schemas.openxmlformats.org/drawingml/2006/main" name="Office 主题​​">
  <a:themeElements>
    <a:clrScheme name="自定义 4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0070C0"/>
      </a:accent1>
      <a:accent2>
        <a:srgbClr val="00B0F0"/>
      </a:accent2>
      <a:accent3>
        <a:srgbClr val="0070C0"/>
      </a:accent3>
      <a:accent4>
        <a:srgbClr val="00B0F0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Temp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347</Words>
  <Application>WPS 演示</Application>
  <PresentationFormat>全屏显示(16:9)</PresentationFormat>
  <Paragraphs>93</Paragraphs>
  <Slides>10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1" baseType="lpstr">
      <vt:lpstr>Arial</vt:lpstr>
      <vt:lpstr>宋体</vt:lpstr>
      <vt:lpstr>Wingdings</vt:lpstr>
      <vt:lpstr>HandelGotDLig</vt:lpstr>
      <vt:lpstr>汉真广标</vt:lpstr>
      <vt:lpstr>微软雅黑</vt:lpstr>
      <vt:lpstr>思源黑体 CN Normal</vt:lpstr>
      <vt:lpstr>Segoe Print</vt:lpstr>
      <vt:lpstr>Calibri</vt:lpstr>
      <vt:lpstr>Arial Unicode MS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1012</dc:title>
  <dc:creator>admin</dc:creator>
  <cp:lastModifiedBy>爱德华·纽盖特</cp:lastModifiedBy>
  <cp:revision>395</cp:revision>
  <cp:lastPrinted>2000-12-31T21:09:00Z</cp:lastPrinted>
  <dcterms:created xsi:type="dcterms:W3CDTF">2015-11-10T12:01:00Z</dcterms:created>
  <dcterms:modified xsi:type="dcterms:W3CDTF">2022-01-18T10:50:55Z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D494A70AD85D499B9C745D3EF68B7FC3</vt:lpwstr>
  </property>
  <property fmtid="{D5CDD505-2E9C-101B-9397-08002B2CF9AE}" pid="3" name="KSOProductBuildVer">
    <vt:lpwstr>2052-11.1.0.11294</vt:lpwstr>
  </property>
</Properties>
</file>